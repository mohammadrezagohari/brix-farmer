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b786932c34a16" /><Relationship Type="http://schemas.openxmlformats.org/officeDocument/2006/relationships/extended-properties" Target="/docProps/app.xml" Id="Redea1df5c3564425" /><Relationship Type="http://schemas.openxmlformats.org/officeDocument/2006/relationships/officeDocument" Target="/ppt/presentation.xml" Id="Rcdd14968e6c8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88804f3e14b22"/>
  </p:sldMasterIdLst>
  <p:notesMasterIdLst>
    <p:notesMasterId xmlns:r="http://schemas.openxmlformats.org/officeDocument/2006/relationships" r:id="R9f83d8cb63534b7a"/>
  </p:notesMasterIdLst>
  <p:sldIdLst>
    <p:sldId xmlns:r="http://schemas.openxmlformats.org/officeDocument/2006/relationships" id="256" r:id="R499517692dea497b"/>
    <p:sldId xmlns:r="http://schemas.openxmlformats.org/officeDocument/2006/relationships" id="257" r:id="Rd0ab9902b37b4a5a"/>
    <p:sldId xmlns:r="http://schemas.openxmlformats.org/officeDocument/2006/relationships" id="258" r:id="R90941861d1d34b80"/>
    <p:sldId xmlns:r="http://schemas.openxmlformats.org/officeDocument/2006/relationships" id="259" r:id="Rb112f1cad0e146ae"/>
    <p:sldId xmlns:r="http://schemas.openxmlformats.org/officeDocument/2006/relationships" id="260" r:id="Rf726587e35c647eb"/>
    <p:sldId xmlns:r="http://schemas.openxmlformats.org/officeDocument/2006/relationships" id="261" r:id="R4383ad1bf2594eac"/>
    <p:sldId xmlns:r="http://schemas.openxmlformats.org/officeDocument/2006/relationships" id="262" r:id="R5ddf6824e3174ce2"/>
    <p:sldId xmlns:r="http://schemas.openxmlformats.org/officeDocument/2006/relationships" id="263" r:id="R747a720a034844c7"/>
    <p:sldId xmlns:r="http://schemas.openxmlformats.org/officeDocument/2006/relationships" id="264" r:id="Recc7ff65bc7c4334"/>
    <p:sldId xmlns:r="http://schemas.openxmlformats.org/officeDocument/2006/relationships" id="265" r:id="R5def797e1d15454d"/>
    <p:sldId xmlns:r="http://schemas.openxmlformats.org/officeDocument/2006/relationships" id="266" r:id="Rc3fc278af21a40df"/>
    <p:sldId xmlns:r="http://schemas.openxmlformats.org/officeDocument/2006/relationships" id="267" r:id="R746dbba203634b1b"/>
    <p:sldId xmlns:r="http://schemas.openxmlformats.org/officeDocument/2006/relationships" id="268" r:id="R2143d5c70d234020"/>
    <p:sldId xmlns:r="http://schemas.openxmlformats.org/officeDocument/2006/relationships" id="269" r:id="Rfe8aa094f7874a9b"/>
    <p:sldId xmlns:r="http://schemas.openxmlformats.org/officeDocument/2006/relationships" id="270" r:id="R9b04cb0792bb47d5"/>
    <p:sldId xmlns:r="http://schemas.openxmlformats.org/officeDocument/2006/relationships" id="271" r:id="R81983434ed3f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b772dbafc4b71" /><Relationship Type="http://schemas.openxmlformats.org/officeDocument/2006/relationships/slideMaster" Target="/ppt/slideMasters/slideMaster1.xml" Id="R14d88804f3e14b22" /><Relationship Type="http://schemas.openxmlformats.org/officeDocument/2006/relationships/notesMaster" Target="/ppt/notesMasters/notesMaster1.xml" Id="R9f83d8cb63534b7a" /><Relationship Type="http://schemas.openxmlformats.org/officeDocument/2006/relationships/presProps" Target="/ppt/presProps.xml" Id="R01d1617489a445f4" /><Relationship Type="http://schemas.openxmlformats.org/officeDocument/2006/relationships/tableStyles" Target="/ppt/tableStyles.xml" Id="R3865d57a43324d15" /><Relationship Type="http://schemas.openxmlformats.org/officeDocument/2006/relationships/slide" Target="/ppt/slides/slide1.xml" Id="R499517692dea497b" /><Relationship Type="http://schemas.openxmlformats.org/officeDocument/2006/relationships/slide" Target="/ppt/slides/slide2.xml" Id="Rd0ab9902b37b4a5a" /><Relationship Type="http://schemas.openxmlformats.org/officeDocument/2006/relationships/slide" Target="/ppt/slides/slide3.xml" Id="R90941861d1d34b80" /><Relationship Type="http://schemas.openxmlformats.org/officeDocument/2006/relationships/slide" Target="/ppt/slides/slide4.xml" Id="Rb112f1cad0e146ae" /><Relationship Type="http://schemas.openxmlformats.org/officeDocument/2006/relationships/slide" Target="/ppt/slides/slide5.xml" Id="Rf726587e35c647eb" /><Relationship Type="http://schemas.openxmlformats.org/officeDocument/2006/relationships/slide" Target="/ppt/slides/slide6.xml" Id="R4383ad1bf2594eac" /><Relationship Type="http://schemas.openxmlformats.org/officeDocument/2006/relationships/slide" Target="/ppt/slides/slide7.xml" Id="R5ddf6824e3174ce2" /><Relationship Type="http://schemas.openxmlformats.org/officeDocument/2006/relationships/slide" Target="/ppt/slides/slide8.xml" Id="R747a720a034844c7" /><Relationship Type="http://schemas.openxmlformats.org/officeDocument/2006/relationships/slide" Target="/ppt/slides/slide9.xml" Id="Recc7ff65bc7c4334" /><Relationship Type="http://schemas.openxmlformats.org/officeDocument/2006/relationships/slide" Target="/ppt/slides/slide10.xml" Id="R5def797e1d15454d" /><Relationship Type="http://schemas.openxmlformats.org/officeDocument/2006/relationships/slide" Target="/ppt/slides/slide11.xml" Id="Rc3fc278af21a40df" /><Relationship Type="http://schemas.openxmlformats.org/officeDocument/2006/relationships/slide" Target="/ppt/slides/slide12.xml" Id="R746dbba203634b1b" /><Relationship Type="http://schemas.openxmlformats.org/officeDocument/2006/relationships/slide" Target="/ppt/slides/slide13.xml" Id="R2143d5c70d234020" /><Relationship Type="http://schemas.openxmlformats.org/officeDocument/2006/relationships/slide" Target="/ppt/slides/slide14.xml" Id="Rfe8aa094f7874a9b" /><Relationship Type="http://schemas.openxmlformats.org/officeDocument/2006/relationships/slide" Target="/ppt/slides/slide15.xml" Id="R9b04cb0792bb47d5" /><Relationship Type="http://schemas.openxmlformats.org/officeDocument/2006/relationships/slide" Target="/ppt/slides/slide16.xml" Id="R81983434ed3f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5a2cce4f5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0e38b17fd45e1" /><Relationship Type="http://schemas.openxmlformats.org/officeDocument/2006/relationships/notesMaster" Target="/ppt/notesMasters/notesMaster1.xml" Id="R6ec72e0733c0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22d3f0bad4ff5" /><Relationship Type="http://schemas.openxmlformats.org/officeDocument/2006/relationships/notesMaster" Target="/ppt/notesMasters/notesMaster1.xml" Id="R295fde1d6266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33787cbaa4758" /><Relationship Type="http://schemas.openxmlformats.org/officeDocument/2006/relationships/notesMaster" Target="/ppt/notesMasters/notesMaster1.xml" Id="R93eddd948a93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5518e0bb5404d" /><Relationship Type="http://schemas.openxmlformats.org/officeDocument/2006/relationships/notesMaster" Target="/ppt/notesMasters/notesMaster1.xml" Id="Rf5c5eaa7b5e7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5478e6c3c4bbd" /><Relationship Type="http://schemas.openxmlformats.org/officeDocument/2006/relationships/notesMaster" Target="/ppt/notesMasters/notesMaster1.xml" Id="R1bf7c007a7cd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fda1a892b49f8" /><Relationship Type="http://schemas.openxmlformats.org/officeDocument/2006/relationships/notesMaster" Target="/ppt/notesMasters/notesMaster1.xml" Id="Rae863f0c658e40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3341e517e49af" /><Relationship Type="http://schemas.openxmlformats.org/officeDocument/2006/relationships/notesMaster" Target="/ppt/notesMasters/notesMaster1.xml" Id="R4d3a91b7e9e044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50dd667be497a" /><Relationship Type="http://schemas.openxmlformats.org/officeDocument/2006/relationships/notesMaster" Target="/ppt/notesMasters/notesMaster1.xml" Id="Rafa64e85fe9041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f93546deb4edb" /><Relationship Type="http://schemas.openxmlformats.org/officeDocument/2006/relationships/notesMaster" Target="/ppt/notesMasters/notesMaster1.xml" Id="Rd29a63813215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171306e36466b" /><Relationship Type="http://schemas.openxmlformats.org/officeDocument/2006/relationships/notesMaster" Target="/ppt/notesMasters/notesMaster1.xml" Id="Rf93c66c1ec344b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49b73b4b2d4c12" /><Relationship Type="http://schemas.openxmlformats.org/officeDocument/2006/relationships/notesMaster" Target="/ppt/notesMasters/notesMaster1.xml" Id="Rb6a77232cbc44b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dc58ecb4e412e" /><Relationship Type="http://schemas.openxmlformats.org/officeDocument/2006/relationships/notesMaster" Target="/ppt/notesMasters/notesMaster1.xml" Id="Rc67dec24d11c45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e039995d2745f9" /><Relationship Type="http://schemas.openxmlformats.org/officeDocument/2006/relationships/notesMaster" Target="/ppt/notesMasters/notesMaster1.xml" Id="R22a35309bd9740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838d40ac614491" /><Relationship Type="http://schemas.openxmlformats.org/officeDocument/2006/relationships/notesMaster" Target="/ppt/notesMasters/notesMaster1.xml" Id="R9875cf26afee49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ea488251ab475b" /><Relationship Type="http://schemas.openxmlformats.org/officeDocument/2006/relationships/notesMaster" Target="/ppt/notesMasters/notesMaster1.xml" Id="Re673d83ebae24b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e962f1b719427c" /><Relationship Type="http://schemas.openxmlformats.org/officeDocument/2006/relationships/notesMaster" Target="/ppt/notesMasters/notesMaster1.xml" Id="R248516bc9a9d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شروع ارائه با معرفی محصول و دو کاربر اصلی. AgriTrade فضای کاری معرفی محصول کشاورزی، مدیریت موجودی و کشف تأمین‌کننده است. تصویر مزرعه اثر تولیدشده برای هویت بصری سایت است و مزرعهٔ یک تأمین‌کنندهٔ واقعی را معرفی نمی‌کند. منبع تصویر: apps/web/public/images/fields.png.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محصول با گردآوردن اطلاعات عرضه، موجودی و ارتباط با مشتری، یک نقطهٔ مشترک برای کشاورز و تاجر فراهم می‌کند. تصویر پسته صرفاً یک تصویرسازی مفهومی است، نه محصولِ فروشنده‌ای مشخص. تصویر: .build/product-deck-20261024/assets/pistachio.png، ساخته‌شده با image_gen.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دو نقش اصلی محصول را معرفی کنید. تأمین‌کننده محصولات و موجودی خود را مدیریت می‌کند. تاجر عرضه‌های منتشرشده را می‌بیند، رزرو موقت انجام می‌دهد و مشتریان خود را مدیریت می‌کند. هیچ فعالیت فروش واقعی یا نتیجهٔ اقتصادی از دادهٔ نمایشی استنباط نمی‌شود.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مسیر، گردش موجودِ معرفی و رزرو محصول را توضیح می‌دهد. تأیید سازمان و انتشار آگهی را دو تصمیم مستقل معرفی کنید. مرحلهٔ پایانی رزرو موقت است، نه سفارش، قرارداد یا خرید.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داشبورد کشاورز، موجودی، وضعیت محصولات و درخواست‌های ورودی در دسترس‌اند. آمار در تصویر صرفاً دادهٔ نمایشی است. منبع تصویر: assets/farmer.png.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فرم ثبت محصول پنج مرحله دارد: اطلاعات محصول، مقدار و کیفیت، محل و بسته‌بندی، شرایط عرضه و بررسی و ارسال. ذخیرهٔ پیش‌نویس پشتیبانی می‌شود. مقدار و مبدأ موجودیِ ارسال‌شده قابل تغییر نیستند. منبع تصویر: assets/wizard-detail.png.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تفکیک موجودی از قابلیت‌های موجود است. این اسلاید هیچ مالکیت خریداری‌شده یا انتقال مالکیت را از رزرو استنباط نمی‌کند. تصویر رابط دارای دادهٔ نمونه است. منبع تصویر: assets/inventory-table.png.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بازار، آگهی‌های منتشرشدهٔ تأمین‌کنندگان واجد شرایط را نشان می‌دهد. جست‌وجو، فیلتر کشور و جزئیات محصول در رابط موجودند. تأیید سازمان به معنی تضمین کیفیت یا مجوز صادرات نیست. منبع تصویر: assets/market-focus.png.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رزرو در محصول فعلی ۳۰ دقیقه اعتبار دارد و می‌تواند بخشی از موجودی را در بر بگیرد. رزرو خرید، پرداخت، قرارداد یا انتقال مالکیت نیست. این محدودیت روی اسلاید هم دیده می‌شود. منبع تصویر: assets/reservation-focus.png.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مدیریت مشتری و فرصت تجاری در محصول پیاده‌سازی شده است. تغییر مرحلهٔ فرصت فقط وضعیت CRM را تغییر می‌دهد و قرارداد یا سفارش ایجاد نمی‌کند. منبع تصویر: assets/crm-focus.png.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بررسی حقوقی سازمان و بررسی آگهی دو گام مستقل هستند. تصمیم احراز سازمان دلیل و شواهد متنی دارد. سامانهٔ اسناد خصوصی امن و تأیید مقرراتی کامل هنوز جزو نسخهٔ موجود نیستند. منبع تصویر: assets/kyb.png.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ده زبان فعال رابط عبارت‌اند از فارسی، انگلیسی، پرتغالی، روسی، چینی، هندی، عربی، امهری، اندونزیایی و زولو. فرهنگ کامل لندینگ و خطاها در کد موجود است. ترجمهٔ همهٔ واژه‌های داشبورد در همهٔ زبان‌ها هنوز کامل نیست و برخی از متن‌های جدید پنل‌ها به انگلیسی برمی‌گردند. نباید پوشش کامل تمام زبان‌های رسمی کشورهای بریکس یا تأیید بومی‌زبان را ادعا کرد. منبع: apps/web/src/lib/landing-copy.ts، i18n.ts، errors.ts و dashboard.ts.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رابط در موبایل و دسکتاپ طراحی شده و تنظیم روشن، تاریک و پیروی از سیستم را ذخیره می‌کند. تصویر دسکتاپ نمای برنامه با دادهٔ نمایشی و تصویر موبایل از لندینگ واقعی محصول است. منابع تصویر: assets/dark.png و assets/mobile-ar.png.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قابلیت‌ها از وضعیت پیاده‌سازی مخزن استخراج شده‌اند. دسترسی خصوصی با عضویت سازمانی محدود می‌شود، مقادیر اعشاری رشته‌ای و BCMath به کار می‌رود و گردش موجودی و outbox اتمیک ثبت می‌شوند. این اسلاید ادعای آماده‌بودن برای تولید، تأیید حقوقی یا قابلیت پرداخت ندارد.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ستون امروز قابلیت‌های موجود را فهرست می‌کند. ستون گام بعدی نقشهٔ توسعه است و تعهد زمان‌بندی، بودجه یا ادعای پیاده‌سازی ایجاد نمی‌کند. مذاکرهٔ تجاری نسخه‌دار، سفارش و قرارداد، سند خصوصی، حمل، پرداخت و تأیید صادرات هنوز کامل نیستند.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پایان ارائه با پیشنهاد دموی زندهٔ محصول. گردش قابل نمایش: معرفی محصول، بررسی سازمان و آگهی، جست‌وجو و رزرو موقت. طبق درخواست کاربر، مبلغ جذب سرمایه، اعضای تیم، درآمد، مشتری واقعی و اندازهٔ بازار در این نسخه نیامده‌اند. AgriTrade یک پلتفرم مستقل است و وابستگی رسمی به گروه بریکس ادعا نمی‌کند.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3146be8a84f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5d34e7c9548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e82cd5cb345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107d02cc04f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70433c7bc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8f78af1cc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A49B8-4797-480A-B9D3-6EDB22338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E527D5-6004-40BB-8683-BE58E33153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72034D-58A8-4EC6-8540-2ABB3625A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4C0555-A432-4623-B4AB-F3851492D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19C773-06ED-4497-A774-D72C1A51D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1E1E57-01A6-4D2C-BB6A-8B062C8A2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67F24-1572-4642-945E-A0FAAED40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671B5A-433B-47C7-B263-54421AF68B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BC3A5-42D2-4ED7-8A57-855112135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11571-F8CE-49B8-8E98-7029C732F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0cbf906bd4bcd" /><Relationship Type="http://schemas.openxmlformats.org/officeDocument/2006/relationships/slideLayout" Target="/ppt/slideLayouts/slideLayout1.xml" Id="R3157aecc73074872" /><Relationship Type="http://schemas.openxmlformats.org/officeDocument/2006/relationships/slideLayout" Target="/ppt/slideLayouts/slideLayout2.xml" Id="R37a809ace02740c6" /><Relationship Type="http://schemas.openxmlformats.org/officeDocument/2006/relationships/slideLayout" Target="/ppt/slideLayouts/slideLayout3.xml" Id="R8956083420574c5b" /><Relationship Type="http://schemas.openxmlformats.org/officeDocument/2006/relationships/slideLayout" Target="/ppt/slideLayouts/slideLayout4.xml" Id="R6a6d64f4d54542cb" /><Relationship Type="http://schemas.openxmlformats.org/officeDocument/2006/relationships/slideLayout" Target="/ppt/slideLayouts/slideLayout5.xml" Id="Ra05697adde8d486a" /><Relationship Type="http://schemas.openxmlformats.org/officeDocument/2006/relationships/slideLayout" Target="/ppt/slideLayouts/slideLayout6.xml" Id="R61db2d55caf3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7aecc73074872"/>
    <p:sldLayoutId xmlns:r="http://schemas.openxmlformats.org/officeDocument/2006/relationships" id="2147483650" r:id="R37a809ace02740c6"/>
    <p:sldLayoutId xmlns:r="http://schemas.openxmlformats.org/officeDocument/2006/relationships" id="2147483651" r:id="R8956083420574c5b"/>
    <p:sldLayoutId xmlns:r="http://schemas.openxmlformats.org/officeDocument/2006/relationships" id="2147483652" r:id="R6a6d64f4d54542cb"/>
    <p:sldLayoutId xmlns:r="http://schemas.openxmlformats.org/officeDocument/2006/relationships" id="2147483653" r:id="Ra05697adde8d486a"/>
    <p:sldLayoutId xmlns:r="http://schemas.openxmlformats.org/officeDocument/2006/relationships" id="2147483654" r:id="R61db2d55caf3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4e6c47ec48f3" /><Relationship Type="http://schemas.openxmlformats.org/officeDocument/2006/relationships/image" Target="/ppt/media/image.png" Id="Rb8a603aa082f4475" /><Relationship Type="http://schemas.openxmlformats.org/officeDocument/2006/relationships/notesSlide" Target="/ppt/notesSlides/notesSlide1.xml" Id="Redcad4ccaaaf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3e569a4744439" /><Relationship Type="http://schemas.openxmlformats.org/officeDocument/2006/relationships/image" Target="/ppt/media/image2.png" Id="Rc2572995e15e4ae4" /><Relationship Type="http://schemas.openxmlformats.org/officeDocument/2006/relationships/notesSlide" Target="/ppt/notesSlides/notesSlide2.xml" Id="Rb93bf36b0bc9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996e408894062" /><Relationship Type="http://schemas.openxmlformats.org/officeDocument/2006/relationships/notesSlide" Target="/ppt/notesSlides/notesSlide3.xml" Id="R43e36a7cbaa7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1a19378d24fd9" /><Relationship Type="http://schemas.openxmlformats.org/officeDocument/2006/relationships/notesSlide" Target="/ppt/notesSlides/notesSlide4.xml" Id="Rc1cad520b195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8003c7cdf45cf" /><Relationship Type="http://schemas.openxmlformats.org/officeDocument/2006/relationships/image" Target="/ppt/media/image3.png" Id="Ra1e6b12643e04f6d" /><Relationship Type="http://schemas.openxmlformats.org/officeDocument/2006/relationships/notesSlide" Target="/ppt/notesSlides/notesSlide5.xml" Id="Rff6716518355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2d58bee3c4ef5" /><Relationship Type="http://schemas.openxmlformats.org/officeDocument/2006/relationships/image" Target="/ppt/media/image4.png" Id="R2f807aeebd8a486f" /><Relationship Type="http://schemas.openxmlformats.org/officeDocument/2006/relationships/notesSlide" Target="/ppt/notesSlides/notesSlide6.xml" Id="R459c138526ae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8187aa1334a7f" /><Relationship Type="http://schemas.openxmlformats.org/officeDocument/2006/relationships/image" Target="/ppt/media/image5.png" Id="Rd1ba08527afa4246" /><Relationship Type="http://schemas.openxmlformats.org/officeDocument/2006/relationships/notesSlide" Target="/ppt/notesSlides/notesSlide7.xml" Id="R8aa140b62d724d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855b7320a41cf" /><Relationship Type="http://schemas.openxmlformats.org/officeDocument/2006/relationships/image" Target="/ppt/media/image6.png" Id="Rc3dc9cbedb6c47df" /><Relationship Type="http://schemas.openxmlformats.org/officeDocument/2006/relationships/notesSlide" Target="/ppt/notesSlides/notesSlide8.xml" Id="R581cd01d6105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be085b1eb4ead" /><Relationship Type="http://schemas.openxmlformats.org/officeDocument/2006/relationships/image" Target="/ppt/media/image7.png" Id="Re61d0ae6b3e646cb" /><Relationship Type="http://schemas.openxmlformats.org/officeDocument/2006/relationships/notesSlide" Target="/ppt/notesSlides/notesSlide9.xml" Id="R0a04e726a35b4e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750f33ae44358" /><Relationship Type="http://schemas.openxmlformats.org/officeDocument/2006/relationships/image" Target="/ppt/media/image8.png" Id="R8df371d6f6c94e68" /><Relationship Type="http://schemas.openxmlformats.org/officeDocument/2006/relationships/notesSlide" Target="/ppt/notesSlides/notesSlide10.xml" Id="R0a4ad32ec03442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ed5bb91bf4f08" /><Relationship Type="http://schemas.openxmlformats.org/officeDocument/2006/relationships/image" Target="/ppt/media/image9.png" Id="R819e677489d449bb" /><Relationship Type="http://schemas.openxmlformats.org/officeDocument/2006/relationships/notesSlide" Target="/ppt/notesSlides/notesSlide11.xml" Id="Rec7054f2ad28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c41351aae44cd" /><Relationship Type="http://schemas.openxmlformats.org/officeDocument/2006/relationships/notesSlide" Target="/ppt/notesSlides/notesSlide12.xml" Id="Rc63c4f4103674c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0744cb41e4bf8" /><Relationship Type="http://schemas.openxmlformats.org/officeDocument/2006/relationships/image" Target="/ppt/media/image10.png" Id="Rd3d48b4968774a71" /><Relationship Type="http://schemas.openxmlformats.org/officeDocument/2006/relationships/image" Target="/ppt/media/image11.png" Id="Rb4a6e2e4fe8e4a64" /><Relationship Type="http://schemas.openxmlformats.org/officeDocument/2006/relationships/notesSlide" Target="/ppt/notesSlides/notesSlide13.xml" Id="Rde6bfc42da0641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b815c321040ae" /><Relationship Type="http://schemas.openxmlformats.org/officeDocument/2006/relationships/notesSlide" Target="/ppt/notesSlides/notesSlide14.xml" Id="R5cdd05a4d02d41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5bcda0d854deb" /><Relationship Type="http://schemas.openxmlformats.org/officeDocument/2006/relationships/notesSlide" Target="/ppt/notesSlides/notesSlide15.xml" Id="R8de6b29bb5cb4e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295bd2ca748fd" /><Relationship Type="http://schemas.openxmlformats.org/officeDocument/2006/relationships/notesSlide" Target="/ppt/notesSlides/notesSlide16.xml" Id="Rf0101b37a957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702EF6E9-2239-4779-9522-C601FAFC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B2050C8-7FF6-4778-9647-51D9CEE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792A0-2B45-49B7-B89E-20D84DF1F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603aa082f4475"/>
          <a:srcRect xmlns:a="http://schemas.openxmlformats.org/drawingml/2006/main" l="0" t="3532" r="0" b="3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7876D0-0D24-4E47-8A69-CD3E8A53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90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معرفی محصول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24F762-32B9-42DC-A9CC-A243424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68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9345CD-D4CA-4FA7-BEBC-CDB63E2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مزرعه</a:t>
            </a:r>
          </a:p>
          <a:p xmlns:a="http://schemas.openxmlformats.org/drawingml/2006/main"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تا فرصت تجاری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F26313-F635-41FE-8CCB-13FB480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فضای کاری کشاورزان و تجار</a:t>
            </a:r>
          </a:p>
        </p:txBody>
      </p:sp>
    </p:spTree>
    <p:extLst>
      <p:ext uri="{BB962C8B-B14F-4D97-AF65-F5344CB8AC3E}">
        <p14:creationId xmlns:p14="http://schemas.microsoft.com/office/powerpoint/2010/main" val="1942358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584647A3-782E-4603-B362-1AD741B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6DA1E2E-9D69-40FA-9425-3680E546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3B90E-DCF8-4F34-8DEE-FC99AD1D8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72995e15e4a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0B9613-E7AA-4933-AF37-E0FEEE9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تأمین</a:t>
            </a:r>
          </a:p>
          <a:p xmlns:a="http://schemas.openxmlformats.org/drawingml/2006/main"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در یک فضای مشترک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63A022-AE5A-4BC6-B623-74B4DD5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05275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مشخصات محصول، موجودی</a:t>
            </a:r>
          </a:p>
          <a:p xmlns:a="http://schemas.openxmlformats.org/drawingml/2006/main"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و ارتباط با مشتری در کنار هم</a:t>
            </a:r>
          </a:p>
        </p:txBody>
      </p:sp>
    </p:spTree>
    <p:extLst>
      <p:ext uri="{BB962C8B-B14F-4D97-AF65-F5344CB8AC3E}">
        <p14:creationId xmlns:p14="http://schemas.microsoft.com/office/powerpoint/2010/main" val="588067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B897875-FAA4-4B74-A6EE-B9785C4B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79073B0-BEFF-41DE-83E2-BEDBD0F8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53EBD-BF12-439C-A65B-6B039E9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دو نقش، یک محصول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3C8863-8F81-4CCA-9201-EE6FED3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49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کشاورز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9516DA-A629-40F6-A877-213892A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810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معرفی محصول و شرایط عرضه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موجودی و برداشت‌ها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پیگیری درخواست‌های رزرو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6E038-DED2-4F1F-BD98-6A5D776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pPr>
            <a:r>
              <a:rPr sz="4950" b="1" lang="fa-IR">
                <a:solidFill>
                  <a:srgbClr val="719151"/>
                </a:solidFill>
                <a:latin typeface="Tahoma"/>
                <a:ea typeface="Tahoma"/>
                <a:cs typeface="Tahoma"/>
              </a:rPr>
              <a:t>تاجر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24C8AD-2A3D-45F0-9106-512466C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جست‌وجوی عرضه‌های منتشرشده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رزرو موقت مقدار موردنیاز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مشتری و فرصت تجاری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37C90F-8C20-40F5-BE6B-E9EE8BD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86425"/>
            <a:ext cx="966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فضای کاری هر سازمان، متناسب با نقش و عضویت کاربر</a:t>
            </a:r>
          </a:p>
        </p:txBody>
      </p:sp>
    </p:spTree>
    <p:extLst>
      <p:ext uri="{BB962C8B-B14F-4D97-AF65-F5344CB8AC3E}">
        <p14:creationId xmlns:p14="http://schemas.microsoft.com/office/powerpoint/2010/main" val="46226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50E3615-8327-4D1A-A51C-EB1994CB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55694E9-7CCF-46EF-98B3-93E484E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9DF39A-689D-4964-8B7F-2360E65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مسیر محصول از معرفی تا رزرو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1EBAF4-04DB-4B8F-90F4-FAA38B25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05C150-2339-485A-AF5C-36BE5D7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پروفایل حقوقی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413DB8-5A98-45B1-9616-4287D31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اطلاعات سازمان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برای بررسی مدیر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8557B6-DC76-407D-BA7F-D65E428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62D1A7-8F51-4480-8731-7B1A520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308EF6-93A4-4334-975E-0645628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مشخصات محصول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شرایط عرضه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B8D442-F4D5-4A23-9A09-D75403C7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91BCC2-0CE4-41E8-A233-1C77A98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بررسی و انتشار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0966FE-26F5-49B8-800B-D0D4D16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تأیید تأمین‌کننده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بررسی آگهی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91C784-5D74-4D4F-8290-7300D5F0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60B604-F770-4149-9D27-31494DC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BC553DD-4241-4C7E-A069-48308776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انتخاب مقدار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D568CC-9E48-4111-995F-CD1FA35A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995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در نسخهٔ فعلی، نگهداشت موقت موجودی است</a:t>
            </a:r>
          </a:p>
        </p:txBody>
      </p:sp>
    </p:spTree>
    <p:extLst>
      <p:ext uri="{BB962C8B-B14F-4D97-AF65-F5344CB8AC3E}">
        <p14:creationId xmlns:p14="http://schemas.microsoft.com/office/powerpoint/2010/main" val="1514518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C7FA6ECF-4206-4B59-9C15-17176C4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14122B8-8EE6-4F9F-ADC9-3844BF7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A26505B3-14D3-4E46-8496-C002367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2F8A24-357C-4238-962F-3A0AD0DF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پنل کشاورز، نمای روشن عملیات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1B01F-8E9C-419C-A493-85F2899FD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6b12643e04f6d"/>
          <a:stretch xmlns:a="http://schemas.openxmlformats.org/drawingml/2006/main"/>
        </p:blipFill>
        <p:spPr>
          <a:xfrm xmlns:a="http://schemas.openxmlformats.org/drawingml/2006/main">
            <a:off x="723900" y="1524000"/>
            <a:ext cx="7696200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ECB631-AF29-4C0C-9E1F-599F253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76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نمای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D2FCA0-293A-42C5-9D89-7FD3DFE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4792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 کلی عرضه‌ها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موجودی آزاد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17254F-0695-480A-B961-0B6ABDA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433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پیگیری فعالیت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2491AB-E2A7-4678-9072-9F1BD172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وضعیت آگهی‌ها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درخواست‌های ورودی</a:t>
            </a:r>
          </a:p>
        </p:txBody>
      </p:sp>
    </p:spTree>
    <p:extLst>
      <p:ext uri="{BB962C8B-B14F-4D97-AF65-F5344CB8AC3E}">
        <p14:creationId xmlns:p14="http://schemas.microsoft.com/office/powerpoint/2010/main" val="546851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425597E-A8B2-4623-BA44-E31AC87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999E271-8B2C-43AF-A1DB-45C8D948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FBFF4A06-5102-436F-BD78-8800AF4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453C6A-CD45-41AA-B14F-44AA633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محصول، مرحله‌به‌مرحله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8149-B3D4-41C9-BE3A-BF0442A32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07aeebd8a486f"/>
          <a:stretch xmlns:a="http://schemas.openxmlformats.org/drawingml/2006/main"/>
        </p:blipFill>
        <p:spPr>
          <a:xfrm xmlns:a="http://schemas.openxmlformats.org/drawingml/2006/main">
            <a:off x="661085" y="1409700"/>
            <a:ext cx="6583579" cy="498157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312AA9-4F8E-4551-BA07-419B3B3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جزئیات عرضه</a:t>
            </a:r>
          </a:p>
          <a:p xmlns:a="http://schemas.openxmlformats.org/drawingml/2006/main"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پیش از انتشار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BFC325-C3E6-4577-8EF9-7DD9DDE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0425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کیفیت و مبدأ محصول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مقدار و حداقل سفارش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بسته‌بندی و شرایط عرضه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ذخیرهٔ پیش‌نویس</a:t>
            </a:r>
          </a:p>
        </p:txBody>
      </p:sp>
    </p:spTree>
    <p:extLst>
      <p:ext uri="{BB962C8B-B14F-4D97-AF65-F5344CB8AC3E}">
        <p14:creationId xmlns:p14="http://schemas.microsoft.com/office/powerpoint/2010/main" val="1978546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97527147-37EB-486D-BBB8-F59437F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7FB935C-2F02-4537-BE4F-7B39146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9171E29-2928-46C5-A08B-DBCD4DD1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5FA53-9C1A-4173-86D1-D373AC5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موجودی با تفکیک قابل پیگیری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86E283-4B7A-4E40-8188-4AA2D20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آزاد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7F7086-9851-42F7-B2FB-C48A923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819C59"/>
                </a:solidFill>
                <a:latin typeface="Tahoma"/>
                <a:ea typeface="Tahoma"/>
                <a:cs typeface="Tahoma"/>
              </a:rPr>
              <a:t>رزروشده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81E548-9E58-45F1-909E-BD3687D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تخصیص‌یافته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EC5DB-89EA-43B1-92DF-328311F44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a08527afa4246"/>
          <a:stretch xmlns:a="http://schemas.openxmlformats.org/drawingml/2006/main"/>
        </p:blipFill>
        <p:spPr>
          <a:xfrm xmlns:a="http://schemas.openxmlformats.org/drawingml/2006/main">
            <a:off x="1284754" y="2667000"/>
            <a:ext cx="9622491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186844-AC18-4D88-9D47-2B9BFF35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959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نمایش وضعیت موجودی و دسترسی به سوابق گردش</a:t>
            </a:r>
          </a:p>
        </p:txBody>
      </p:sp>
    </p:spTree>
    <p:extLst>
      <p:ext uri="{BB962C8B-B14F-4D97-AF65-F5344CB8AC3E}">
        <p14:creationId xmlns:p14="http://schemas.microsoft.com/office/powerpoint/2010/main" val="36466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26ED9D35-D103-46CE-B9F8-ABECBCD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2DBBD22-8A4E-4899-94EA-D0C266D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CCFCB66-0127-4222-9EB9-1B09475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4CCF9-F8D4-4659-867B-7139FEDE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کشف عرضه‌های بررسی‌شده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F54B8-5D95-4409-B622-D396E094B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9cbedb6c47df"/>
          <a:stretch xmlns:a="http://schemas.openxmlformats.org/drawingml/2006/main"/>
        </p:blipFill>
        <p:spPr>
          <a:xfrm xmlns:a="http://schemas.openxmlformats.org/drawingml/2006/main">
            <a:off x="1090934" y="1476375"/>
            <a:ext cx="7105006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6E7B10-D744-40A0-B76B-40CE5FDD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جست‌وجو و فیلتر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0B6574-412E-48BE-BF17-083F706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انتخاب محصول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براساس نیاز خریدار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5C19CB-7B83-4CA4-B8EC-BE8B214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جزئیات عرضه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9B1739-6992-4A68-92A9-9B511E6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موجودی آزاد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حداقل سفارش</a:t>
            </a:r>
          </a:p>
        </p:txBody>
      </p:sp>
    </p:spTree>
    <p:extLst>
      <p:ext uri="{BB962C8B-B14F-4D97-AF65-F5344CB8AC3E}">
        <p14:creationId xmlns:p14="http://schemas.microsoft.com/office/powerpoint/2010/main" val="1412546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ED4A8868-2C11-4C70-A1D5-CECF2AA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9CACB13-BD10-4BAD-AF80-E417C8C7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2B6B26C-778C-448D-966D-9A9C426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DDA30E-09CB-468E-A1BB-E748EC74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 برای بررسی بیشتر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1E151-484A-45C8-9D23-4AB50BA3C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d0ae6b3e646cb"/>
          <a:stretch xmlns:a="http://schemas.openxmlformats.org/drawingml/2006/main"/>
        </p:blipFill>
        <p:spPr>
          <a:xfrm xmlns:a="http://schemas.openxmlformats.org/drawingml/2006/main">
            <a:off x="1396946" y="1619250"/>
            <a:ext cx="568335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ACFD8B-751C-4CF2-8267-6E7321AB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975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۳۰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616A7A-0A90-4985-8609-CA7672B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2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دقیقه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8E1053-BD5C-4DE2-B4F5-0B7DA98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انتخاب مقدار مشخص</a:t>
            </a:r>
          </a:p>
          <a:p xmlns:a="http://schemas.openxmlformats.org/drawingml/2006/main"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C454E6-E3B5-4A02-A933-C3936E37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به معنی خرید، پرداخت یا انتقال مالکیت نیست</a:t>
            </a:r>
          </a:p>
        </p:txBody>
      </p:sp>
    </p:spTree>
    <p:extLst>
      <p:ext uri="{BB962C8B-B14F-4D97-AF65-F5344CB8AC3E}">
        <p14:creationId xmlns:p14="http://schemas.microsoft.com/office/powerpoint/2010/main" val="457329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665182CC-F7B1-40E5-ACC7-F229E77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6D1A4DE-98FC-4FA5-8906-4BFA3ED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D413EF4-FC66-46B9-9C6E-F21BC53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61FA7E-63BF-4EE9-B60C-BADED5E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مشتری و فرصت، در یک مسیر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BEF77D-A4F5-4CF6-B1F3-7F812B6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مشتریان سازمان و پیگیری اقدام بعدی هر فرصت تجاری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FAD7B-2A45-42CD-A368-FDC1BD050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71d6f6c94e68"/>
          <a:stretch xmlns:a="http://schemas.openxmlformats.org/drawingml/2006/main"/>
        </p:blipFill>
        <p:spPr>
          <a:xfrm xmlns:a="http://schemas.openxmlformats.org/drawingml/2006/main">
            <a:off x="1807288" y="2095500"/>
            <a:ext cx="8577423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A3A3F9-3D6C-49D2-A709-9B99CD88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1014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مرحله‌های فرصت تجاری، وضعیت قرارداد یا خرید نیستند</a:t>
            </a:r>
          </a:p>
        </p:txBody>
      </p:sp>
    </p:spTree>
    <p:extLst>
      <p:ext uri="{BB962C8B-B14F-4D97-AF65-F5344CB8AC3E}">
        <p14:creationId xmlns:p14="http://schemas.microsoft.com/office/powerpoint/2010/main" val="620649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2800878E-4ECD-4ABA-8B32-F77A8A88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41D9877-01CA-4702-B969-538B490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1FB1DBA-4797-44EA-AC4C-3F39B62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32D222-83F9-4047-8CB9-8F452C8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اعتماد با بررسی سازمان و آگهی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0404E-BFB3-4E0B-95C9-BD1137353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e677489d449bb"/>
          <a:stretch xmlns:a="http://schemas.openxmlformats.org/drawingml/2006/main"/>
        </p:blipFill>
        <p:spPr>
          <a:xfrm xmlns:a="http://schemas.openxmlformats.org/drawingml/2006/main">
            <a:off x="942975" y="1571625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4EF158-04D5-41EC-BDAB-32BE7B2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احراز سازمان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789518-FEBA-4471-8DE1-4E53598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دلیل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شواهد بررسی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86398B-6AD8-4AA9-AD72-0D9D528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انتشار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0A6768-C6F0-43DA-849E-BEAAE40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005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بررسی آگهی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توسط مدیر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D4A858-4B74-4862-9128-07091284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5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شواهد فعلی به‌صورت ارجاع متنی ثبت می‌شوند</a:t>
            </a:r>
          </a:p>
        </p:txBody>
      </p:sp>
    </p:spTree>
    <p:extLst>
      <p:ext uri="{BB962C8B-B14F-4D97-AF65-F5344CB8AC3E}">
        <p14:creationId xmlns:p14="http://schemas.microsoft.com/office/powerpoint/2010/main" val="46643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728F3EA6-BEC3-4221-B4CD-C798B1B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3032294-94AE-45FB-8F7F-4823637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0FA070-FECC-4D67-B0D8-1074920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رابط چندزبانه برای ارتباط گسترده‌تر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EA3303-525C-46F9-AE6E-945F86E9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575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۱۰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0FD22F-3D18-40B0-8497-FB13F5D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85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زبان فعال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468BF9-E8D9-4278-B287-6B353C9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فارسی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انگلیسی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پرتغالی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روسی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چینی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860905-ED0D-4B8B-AA6B-CE37A8E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61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هندی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عربی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امهری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اندونزیایی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زولو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17811D-B438-4619-B74A-B3C5777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62600"/>
            <a:ext cx="776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لندینگ و خطاها در هر ۱۰ زبان ترجمه 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1888849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5EBC350-3B71-47C1-80A1-0EED36A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FA2ADBD-BBCA-417D-B388-2EB8B48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E278DF81-1D14-4A28-904B-90F49325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E7F73-9442-4401-AE7C-7329912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یک محصول، چند شیوهٔ استفاده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99ACE-2134-4E2F-8E3D-DF31EA2A7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8b4968774a71"/>
          <a:stretch xmlns:a="http://schemas.openxmlformats.org/drawingml/2006/main"/>
        </p:blipFill>
        <p:spPr>
          <a:xfrm xmlns:a="http://schemas.openxmlformats.org/drawingml/2006/main">
            <a:off x="1228725" y="1571625"/>
            <a:ext cx="6781800" cy="4238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2637-1129-47F5-BDF4-E295DF0B0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6e2e4fe8e4a64"/>
          <a:stretch xmlns:a="http://schemas.openxmlformats.org/drawingml/2006/main"/>
        </p:blipFill>
        <p:spPr>
          <a:xfrm xmlns:a="http://schemas.openxmlformats.org/drawingml/2006/main">
            <a:off x="9429750" y="1382346"/>
            <a:ext cx="2190750" cy="4741008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603B033-2F36-4C75-894A-17F483C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دسکتاپ با حالت تاریک</a:t>
            </a:r>
          </a:p>
        </p:txBody>
      </p:sp>
    </p:spTree>
    <p:extLst>
      <p:ext uri="{BB962C8B-B14F-4D97-AF65-F5344CB8AC3E}">
        <p14:creationId xmlns:p14="http://schemas.microsoft.com/office/powerpoint/2010/main" val="1905938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898AAF37-1FF6-433C-A43F-31A0B885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F433CAB-1E6C-44E7-BAD0-5DD96C7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F728C-2DD1-4BAF-B86A-BC8E8F36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کنترل از مرز سازمان تا موجودی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9731FC-942F-40BE-97CE-587F4B3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دسترسی سازمانی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FF8D39-AFCB-4D54-BE9F-46CC04C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اطلاعات خصوصی براساس عضویت و نقش کاربر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5F8825-E37F-44E5-B53B-97A2BB1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گردش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DF0987-3E00-44DB-887D-F8E79B44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تغییرات موجودی در کنار عملیات مربوط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0BDB4A-36BE-4981-ACCE-56B93B9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رزرو زمان‌دار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A1EDFF-5218-47D9-B156-80A293A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انقضا و آزادسازی رزروهای موقت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8023EF-0909-4049-B729-3DB56AE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دقت مقدار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319967-D0D0-4EB6-9905-8AF64D0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نگهداری مقدار وزن با دقت اعشاری</a:t>
            </a:r>
          </a:p>
        </p:txBody>
      </p:sp>
    </p:spTree>
    <p:extLst>
      <p:ext uri="{BB962C8B-B14F-4D97-AF65-F5344CB8AC3E}">
        <p14:creationId xmlns:p14="http://schemas.microsoft.com/office/powerpoint/2010/main" val="1020206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F43C0A4-97D0-4FE8-982E-CADA5C5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7BE8417-5D66-4AA8-BFB8-65526AE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6F5513-7CAF-49BD-AE8D-EFDBEBF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دامنهٔ فعلی و مسیر توسعه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563A7E-7EEF-4E1F-8C71-AE26D128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امروز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961B9D-9895-4D87-9993-733F82E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810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بررسی محصول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موجودی و رزرو موقت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بازار و مدیریت مشتری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لندینگ چندزبانه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DEFE18-3C68-4DF2-A455-A2F3790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گام‌های بعدی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7AD3C0-3333-4C22-BFB6-EB3D3DE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4857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مذاکره و نسخه‌های قیمت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سفارش و قرارداد معتبر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اسناد خصوصی و حمل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پرداخت و الزامات صادرات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222971-B1F4-4270-AF39-631B9C8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قابلیت‌های ستون آینده هنوز ارائه نشده‌اند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8552688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7F4CAEC-3609-4BB4-B058-A477CDD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95BAF88-1221-451F-B10C-F266CEF1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3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C1EFA67E-BFF5-4F03-A95C-F64371E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90625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765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0D447-A67D-4588-8F96-91203AF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6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بیایید محصول را در عمل ببینیم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8B1264-0E5B-4FC9-AAEE-A70EF90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defPPr>
            <a:lvl1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D1DCC9"/>
                </a:solidFill>
                <a:latin typeface="Tahoma"/>
                <a:ea typeface="Tahoma"/>
                <a:cs typeface="Tahoma"/>
              </a:rPr>
              <a:t>ثبت محصول، بررسی، جست‌وجو و رزرو موقت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BC7D01-0F8F-4572-BD48-EDFE246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72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پلتفرمی مستقل با تمرکز بر تجارت کشاورزی</a:t>
            </a:r>
          </a:p>
        </p:txBody>
      </p:sp>
    </p:spTree>
    <p:extLst>
      <p:ext uri="{BB962C8B-B14F-4D97-AF65-F5344CB8AC3E}">
        <p14:creationId xmlns:p14="http://schemas.microsoft.com/office/powerpoint/2010/main" val="1993604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2026-10-24T15:53:58.3290000Z</dcterms:created>
  <dcterms:modified xsi:type="dcterms:W3CDTF">2026-10-24T15:53:58.3290000Z</dcterms:modified>
</coreProperties>
</file>