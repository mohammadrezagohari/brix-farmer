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191436b1b64996" /><Relationship Type="http://schemas.openxmlformats.org/officeDocument/2006/relationships/extended-properties" Target="/docProps/app.xml" Id="R556eed38cf83440a" /><Relationship Type="http://schemas.openxmlformats.org/officeDocument/2006/relationships/officeDocument" Target="/ppt/presentation.xml" Id="R2c642dea11ce46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fbeeee59ca4d0a"/>
  </p:sldMasterIdLst>
  <p:notesMasterIdLst>
    <p:notesMasterId xmlns:r="http://schemas.openxmlformats.org/officeDocument/2006/relationships" r:id="Rb67681ff2859434e"/>
  </p:notesMasterIdLst>
  <p:sldIdLst>
    <p:sldId xmlns:r="http://schemas.openxmlformats.org/officeDocument/2006/relationships" id="256" r:id="R8b2cd174ece346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337beb06a43b2" /><Relationship Type="http://schemas.openxmlformats.org/officeDocument/2006/relationships/slideMaster" Target="/ppt/slideMasters/slideMaster1.xml" Id="Rbcfbeeee59ca4d0a" /><Relationship Type="http://schemas.openxmlformats.org/officeDocument/2006/relationships/notesMaster" Target="/ppt/notesMasters/notesMaster1.xml" Id="Rb67681ff2859434e" /><Relationship Type="http://schemas.openxmlformats.org/officeDocument/2006/relationships/presProps" Target="/ppt/presProps.xml" Id="R19e6fb24cbb2418b" /><Relationship Type="http://schemas.openxmlformats.org/officeDocument/2006/relationships/tableStyles" Target="/ppt/tableStyles.xml" Id="R83112788e1334997" /><Relationship Type="http://schemas.openxmlformats.org/officeDocument/2006/relationships/slide" Target="/ppt/slides/slide1.xml" Id="R8b2cd174ece346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1f82a0f4a4f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250d874724791" /><Relationship Type="http://schemas.openxmlformats.org/officeDocument/2006/relationships/notesMaster" Target="/ppt/notesMasters/notesMaster1.xml" Id="R636680e9130a49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6b5f933554a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acc73126540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d195cb0b748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f239c99c548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2cb22da794d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622ae312e40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39EBFD-E37C-4B81-864E-9453C9C2D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FD6F60-57CD-49D0-B1C5-E5651C8095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5A9216-29EA-474C-9B3F-28DBAC7FF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253FDD-DBEC-43C1-A49D-FE416B2DB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C2DBBC-EEB0-4A53-9617-02E818C507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11FB4D-28CD-4AF7-A336-BCEE02AB4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810699-15DB-42AF-9CB6-5A653B59E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3898ED-895C-4BC1-B473-BF766AF371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B74830-E66D-4428-A12C-B143FB520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2E86B3-30AA-4FF3-A56F-134FA7C39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b9baf8ab649f1" /><Relationship Type="http://schemas.openxmlformats.org/officeDocument/2006/relationships/slideLayout" Target="/ppt/slideLayouts/slideLayout1.xml" Id="R5999e172fc374d25" /><Relationship Type="http://schemas.openxmlformats.org/officeDocument/2006/relationships/slideLayout" Target="/ppt/slideLayouts/slideLayout2.xml" Id="Rbaa42ca6fdee4aba" /><Relationship Type="http://schemas.openxmlformats.org/officeDocument/2006/relationships/slideLayout" Target="/ppt/slideLayouts/slideLayout3.xml" Id="Red13ed53453049f7" /><Relationship Type="http://schemas.openxmlformats.org/officeDocument/2006/relationships/slideLayout" Target="/ppt/slideLayouts/slideLayout4.xml" Id="R9d94db8eb9ba4d19" /><Relationship Type="http://schemas.openxmlformats.org/officeDocument/2006/relationships/slideLayout" Target="/ppt/slideLayouts/slideLayout5.xml" Id="R7b32ad31cad04a47" /><Relationship Type="http://schemas.openxmlformats.org/officeDocument/2006/relationships/slideLayout" Target="/ppt/slideLayouts/slideLayout6.xml" Id="R1c44601fc8054f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9e172fc374d25"/>
    <p:sldLayoutId xmlns:r="http://schemas.openxmlformats.org/officeDocument/2006/relationships" id="2147483650" r:id="Rbaa42ca6fdee4aba"/>
    <p:sldLayoutId xmlns:r="http://schemas.openxmlformats.org/officeDocument/2006/relationships" id="2147483651" r:id="Red13ed53453049f7"/>
    <p:sldLayoutId xmlns:r="http://schemas.openxmlformats.org/officeDocument/2006/relationships" id="2147483652" r:id="R9d94db8eb9ba4d19"/>
    <p:sldLayoutId xmlns:r="http://schemas.openxmlformats.org/officeDocument/2006/relationships" id="2147483653" r:id="R7b32ad31cad04a47"/>
    <p:sldLayoutId xmlns:r="http://schemas.openxmlformats.org/officeDocument/2006/relationships" id="2147483654" r:id="R1c44601fc8054f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b9a9285b84811" /><Relationship Type="http://schemas.openxmlformats.org/officeDocument/2006/relationships/notesSlide" Target="/ppt/notesSlides/notesSlide1.xml" Id="R6d2e69a25c6741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B11C4-3C58-4AEC-B4AC-95E9597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  <a:lvl1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  <a:lvl8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8pPr>
            <a:lvl9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از مزرعه تا فرصت تجاری</a:t>
            </a:r>
          </a:p>
          <a:p xmlns:a="http://schemas.openxmlformats.org/drawingml/2006/main">
            <a:pPr algn="r">
              <a:defRPr sz="465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پلتفرم کشاورزی و تجارت</a:t>
            </a:r>
          </a:p>
        </p:txBody>
      </p:sp>
    </p:spTree>
    <p:extLst>
      <p:ext uri="{BB962C8B-B14F-4D97-AF65-F5344CB8AC3E}">
        <p14:creationId xmlns:p14="http://schemas.microsoft.com/office/powerpoint/2010/main" val="439098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2026-10-24T15:44:25.0200000Z</dcterms:created>
  <dcterms:modified xsi:type="dcterms:W3CDTF">2026-10-24T15:44:25.0200000Z</dcterms:modified>
</coreProperties>
</file>