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0f716b2f47420d" /><Relationship Type="http://schemas.openxmlformats.org/officeDocument/2006/relationships/extended-properties" Target="/docProps/app.xml" Id="Re3b75a7a5b1a44ac" /><Relationship Type="http://schemas.openxmlformats.org/officeDocument/2006/relationships/officeDocument" Target="/ppt/presentation.xml" Id="R7365614000c742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7898e7108b4127"/>
  </p:sldMasterIdLst>
  <p:notesMasterIdLst>
    <p:notesMasterId xmlns:r="http://schemas.openxmlformats.org/officeDocument/2006/relationships" r:id="Rba2f5b73357241e9"/>
  </p:notesMasterIdLst>
  <p:sldIdLst>
    <p:sldId xmlns:r="http://schemas.openxmlformats.org/officeDocument/2006/relationships" id="256" r:id="R633c66d57b96493b"/>
    <p:sldId xmlns:r="http://schemas.openxmlformats.org/officeDocument/2006/relationships" id="257" r:id="Rc398ebd3fc3b471e"/>
    <p:sldId xmlns:r="http://schemas.openxmlformats.org/officeDocument/2006/relationships" id="258" r:id="R7b80f8c1143a4366"/>
    <p:sldId xmlns:r="http://schemas.openxmlformats.org/officeDocument/2006/relationships" id="259" r:id="Rf0fd34721a714046"/>
    <p:sldId xmlns:r="http://schemas.openxmlformats.org/officeDocument/2006/relationships" id="260" r:id="R5678ba2cc89a4eb9"/>
    <p:sldId xmlns:r="http://schemas.openxmlformats.org/officeDocument/2006/relationships" id="261" r:id="Rf187dfa340cf49cb"/>
    <p:sldId xmlns:r="http://schemas.openxmlformats.org/officeDocument/2006/relationships" id="262" r:id="R02cd0b2b1e284d98"/>
    <p:sldId xmlns:r="http://schemas.openxmlformats.org/officeDocument/2006/relationships" id="263" r:id="Rc5f083fd911e4c9c"/>
    <p:sldId xmlns:r="http://schemas.openxmlformats.org/officeDocument/2006/relationships" id="264" r:id="R643c7c0d9bbc4c2e"/>
    <p:sldId xmlns:r="http://schemas.openxmlformats.org/officeDocument/2006/relationships" id="265" r:id="R245f26e334ef411a"/>
    <p:sldId xmlns:r="http://schemas.openxmlformats.org/officeDocument/2006/relationships" id="266" r:id="R99b271cbb65d4b9f"/>
    <p:sldId xmlns:r="http://schemas.openxmlformats.org/officeDocument/2006/relationships" id="267" r:id="Re61a8aac7f5d40cc"/>
    <p:sldId xmlns:r="http://schemas.openxmlformats.org/officeDocument/2006/relationships" id="268" r:id="Rd864a6f86bff4c7e"/>
    <p:sldId xmlns:r="http://schemas.openxmlformats.org/officeDocument/2006/relationships" id="269" r:id="R22c8c7b7a1524fb5"/>
    <p:sldId xmlns:r="http://schemas.openxmlformats.org/officeDocument/2006/relationships" id="270" r:id="R3f9e5b84934d4ef6"/>
    <p:sldId xmlns:r="http://schemas.openxmlformats.org/officeDocument/2006/relationships" id="271" r:id="R860ea9991d8748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f61ad904cf4454" /><Relationship Type="http://schemas.openxmlformats.org/officeDocument/2006/relationships/slideMaster" Target="/ppt/slideMasters/slideMaster1.xml" Id="R3f7898e7108b4127" /><Relationship Type="http://schemas.openxmlformats.org/officeDocument/2006/relationships/notesMaster" Target="/ppt/notesMasters/notesMaster1.xml" Id="Rba2f5b73357241e9" /><Relationship Type="http://schemas.openxmlformats.org/officeDocument/2006/relationships/presProps" Target="/ppt/presProps.xml" Id="Rbc6b089903b64533" /><Relationship Type="http://schemas.openxmlformats.org/officeDocument/2006/relationships/tableStyles" Target="/ppt/tableStyles.xml" Id="R05662d49b4b04595" /><Relationship Type="http://schemas.openxmlformats.org/officeDocument/2006/relationships/slide" Target="/ppt/slides/slide1.xml" Id="R633c66d57b96493b" /><Relationship Type="http://schemas.openxmlformats.org/officeDocument/2006/relationships/slide" Target="/ppt/slides/slide2.xml" Id="Rc398ebd3fc3b471e" /><Relationship Type="http://schemas.openxmlformats.org/officeDocument/2006/relationships/slide" Target="/ppt/slides/slide3.xml" Id="R7b80f8c1143a4366" /><Relationship Type="http://schemas.openxmlformats.org/officeDocument/2006/relationships/slide" Target="/ppt/slides/slide4.xml" Id="Rf0fd34721a714046" /><Relationship Type="http://schemas.openxmlformats.org/officeDocument/2006/relationships/slide" Target="/ppt/slides/slide5.xml" Id="R5678ba2cc89a4eb9" /><Relationship Type="http://schemas.openxmlformats.org/officeDocument/2006/relationships/slide" Target="/ppt/slides/slide6.xml" Id="Rf187dfa340cf49cb" /><Relationship Type="http://schemas.openxmlformats.org/officeDocument/2006/relationships/slide" Target="/ppt/slides/slide7.xml" Id="R02cd0b2b1e284d98" /><Relationship Type="http://schemas.openxmlformats.org/officeDocument/2006/relationships/slide" Target="/ppt/slides/slide8.xml" Id="Rc5f083fd911e4c9c" /><Relationship Type="http://schemas.openxmlformats.org/officeDocument/2006/relationships/slide" Target="/ppt/slides/slide9.xml" Id="R643c7c0d9bbc4c2e" /><Relationship Type="http://schemas.openxmlformats.org/officeDocument/2006/relationships/slide" Target="/ppt/slides/slide10.xml" Id="R245f26e334ef411a" /><Relationship Type="http://schemas.openxmlformats.org/officeDocument/2006/relationships/slide" Target="/ppt/slides/slide11.xml" Id="R99b271cbb65d4b9f" /><Relationship Type="http://schemas.openxmlformats.org/officeDocument/2006/relationships/slide" Target="/ppt/slides/slide12.xml" Id="Re61a8aac7f5d40cc" /><Relationship Type="http://schemas.openxmlformats.org/officeDocument/2006/relationships/slide" Target="/ppt/slides/slide13.xml" Id="Rd864a6f86bff4c7e" /><Relationship Type="http://schemas.openxmlformats.org/officeDocument/2006/relationships/slide" Target="/ppt/slides/slide14.xml" Id="R22c8c7b7a1524fb5" /><Relationship Type="http://schemas.openxmlformats.org/officeDocument/2006/relationships/slide" Target="/ppt/slides/slide15.xml" Id="R3f9e5b84934d4ef6" /><Relationship Type="http://schemas.openxmlformats.org/officeDocument/2006/relationships/slide" Target="/ppt/slides/slide16.xml" Id="R860ea9991d8748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b39d2a0ce74e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00c718dfe423f" /><Relationship Type="http://schemas.openxmlformats.org/officeDocument/2006/relationships/notesMaster" Target="/ppt/notesMasters/notesMaster1.xml" Id="Rd93f93003e99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3be10519bb44bd" /><Relationship Type="http://schemas.openxmlformats.org/officeDocument/2006/relationships/notesMaster" Target="/ppt/notesMasters/notesMaster1.xml" Id="R842640110fcf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064d3f63ef45ab" /><Relationship Type="http://schemas.openxmlformats.org/officeDocument/2006/relationships/notesMaster" Target="/ppt/notesMasters/notesMaster1.xml" Id="R4097924162ee42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9f813375374d95" /><Relationship Type="http://schemas.openxmlformats.org/officeDocument/2006/relationships/notesMaster" Target="/ppt/notesMasters/notesMaster1.xml" Id="R56c23d7fafc7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407824f6764bb4" /><Relationship Type="http://schemas.openxmlformats.org/officeDocument/2006/relationships/notesMaster" Target="/ppt/notesMasters/notesMaster1.xml" Id="R248153caf10f45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3bf988722e4c1f" /><Relationship Type="http://schemas.openxmlformats.org/officeDocument/2006/relationships/notesMaster" Target="/ppt/notesMasters/notesMaster1.xml" Id="Rbf0305605b8443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0feb0e2d444455" /><Relationship Type="http://schemas.openxmlformats.org/officeDocument/2006/relationships/notesMaster" Target="/ppt/notesMasters/notesMaster1.xml" Id="R99db2a7c1c4840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bfbe2aa2ee4d22" /><Relationship Type="http://schemas.openxmlformats.org/officeDocument/2006/relationships/notesMaster" Target="/ppt/notesMasters/notesMaster1.xml" Id="R64a786eaf5e34d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e6d220b2f84a7f" /><Relationship Type="http://schemas.openxmlformats.org/officeDocument/2006/relationships/notesMaster" Target="/ppt/notesMasters/notesMaster1.xml" Id="Rbbae156ca3534f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66d80f475d4c56" /><Relationship Type="http://schemas.openxmlformats.org/officeDocument/2006/relationships/notesMaster" Target="/ppt/notesMasters/notesMaster1.xml" Id="R26bcd07b22bf42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c2a4f0b9ae44ef" /><Relationship Type="http://schemas.openxmlformats.org/officeDocument/2006/relationships/notesMaster" Target="/ppt/notesMasters/notesMaster1.xml" Id="Rc153c25555fa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83df21e9184690" /><Relationship Type="http://schemas.openxmlformats.org/officeDocument/2006/relationships/notesMaster" Target="/ppt/notesMasters/notesMaster1.xml" Id="R7940b98ac74c41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48812c88214607" /><Relationship Type="http://schemas.openxmlformats.org/officeDocument/2006/relationships/notesMaster" Target="/ppt/notesMasters/notesMaster1.xml" Id="Rdcd7b8616f644e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c22d98c5b14458" /><Relationship Type="http://schemas.openxmlformats.org/officeDocument/2006/relationships/notesMaster" Target="/ppt/notesMasters/notesMaster1.xml" Id="R2dc6a9ac3fd94f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f8a67599d54c69" /><Relationship Type="http://schemas.openxmlformats.org/officeDocument/2006/relationships/notesMaster" Target="/ppt/notesMasters/notesMaster1.xml" Id="Rf7c57743c1ec46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16f6e3dda2430b" /><Relationship Type="http://schemas.openxmlformats.org/officeDocument/2006/relationships/notesMaster" Target="/ppt/notesMasters/notesMaster1.xml" Id="R846d9956cc4246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شروع ارائه با معرفی محصول و دو کاربر اصلی. AgriTrade فضای کاری معرفی محصول کشاورزی، مدیریت موجودی و کشف تأمین‌کننده است. تصویر مزرعه اثر تولیدشده برای هویت بصری سایت است و مزرعهٔ یک تأمین‌کنندهٔ واقعی را معرفی نمی‌کند. منبع تصویر: apps/web/public/images/fields.png.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محصول با گردآوردن اطلاعات عرضه، موجودی و ارتباط با مشتری، یک نقطهٔ مشترک برای کشاورز و تاجر فراهم می‌کند. تصویر پسته صرفاً یک تصویرسازی مفهومی است، نه محصولِ فروشنده‌ای مشخص. تصویر: .build/product-deck-20261024/assets/pistachio.png، ساخته‌شده با image_gen.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دو نقش اصلی محصول را معرفی کنید. تأمین‌کننده محصولات و موجودی خود را مدیریت می‌کند. تاجر عرضه‌های منتشرشده را می‌بیند، رزرو موقت انجام می‌دهد و مشتریان خود را مدیریت می‌کند. هیچ فعالیت فروش واقعی یا نتیجهٔ اقتصادی از دادهٔ نمایشی استنباط نمی‌شود.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مسیر، گردش موجودِ معرفی و رزرو محصول را توضیح می‌دهد. تأیید سازمان و انتشار آگهی را دو تصمیم مستقل معرفی کنید. مرحلهٔ پایانی رزرو موقت است، نه سفارش، قرارداد یا خرید.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در داشبورد کشاورز، موجودی، وضعیت محصولات و درخواست‌های ورودی در دسترس‌اند. آمار در تصویر صرفاً دادهٔ نمایشی است. منبع تصویر: assets/farmer.png.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فرم ثبت محصول پنج مرحله دارد: اطلاعات محصول، مقدار و کیفیت، محل و بسته‌بندی، شرایط عرضه و بررسی و ارسال. ذخیرهٔ پیش‌نویس پشتیبانی می‌شود. مقدار و مبدأ موجودیِ ارسال‌شده قابل تغییر نیستند. منبع تصویر: assets/wizard-detail.png.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تفکیک موجودی از قابلیت‌های موجود است. این اسلاید هیچ مالکیت خریداری‌شده یا انتقال مالکیت را از رزرو استنباط نمی‌کند. تصویر رابط دارای دادهٔ نمونه است. منبع تصویر: assets/inventory-focus.png.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بازار، آگهی‌های منتشرشدهٔ تأمین‌کنندگان واجد شرایط را نشان می‌دهد. جست‌وجو، فیلتر کشور و جزئیات محصول در رابط موجودند. تأیید سازمان به معنی تضمین کیفیت یا مجوز صادرات نیست. منبع تصویر: assets/market-focus.png.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رزرو در محصول فعلی ۳۰ دقیقه اعتبار دارد و می‌تواند بخشی از موجودی را در بر بگیرد. رزرو خرید، پرداخت، قرارداد یا انتقال مالکیت نیست. این محدودیت روی اسلاید هم دیده می‌شود. منبع تصویر: assets/reservation-focus.png.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مدیریت مشتری و فرصت تجاری در محصول پیاده‌سازی شده است. تغییر مرحلهٔ فرصت فقط وضعیت CRM را تغییر می‌دهد و قرارداد یا سفارش ایجاد نمی‌کند. منبع تصویر: assets/crm-focus.png.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بررسی حقوقی سازمان و بررسی آگهی دو گام مستقل هستند. تصمیم احراز سازمان دلیل و شواهد متنی دارد. سامانهٔ اسناد خصوصی امن و تأیید مقرراتی کامل هنوز جزو نسخهٔ موجود نیستند. منبع تصویر: assets/kyb.png.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ده زبان فعال رابط عبارت‌اند از فارسی، انگلیسی، پرتغالی، روسی، چینی، هندی، عربی، امهری، اندونزیایی و زولو. فرهنگ کامل لندینگ و خطاها در کد موجود است. ترجمهٔ همهٔ واژه‌های داشبورد در همهٔ زبان‌ها هنوز کامل نیست و برخی از متن‌های جدید پنل‌ها به انگلیسی برمی‌گردند. نباید پوشش کامل تمام زبان‌های رسمی کشورهای بریکس یا تأیید بومی‌زبان را ادعا کرد. منبع: apps/web/src/lib/landing-copy.ts، i18n.ts، errors.ts و dashboard.ts.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رابط در موبایل و دسکتاپ طراحی شده و تنظیم روشن، تاریک و پیروی از سیستم را ذخیره می‌کند. تصویر دسکتاپ نمای برنامه با دادهٔ نمایشی و تصویر موبایل از لندینگ واقعی محصول است. منابع تصویر: assets/dark.png و assets/mobile-ar.png.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این قابلیت‌ها از وضعیت پیاده‌سازی مخزن استخراج شده‌اند. دسترسی خصوصی با عضویت سازمانی محدود می‌شود، مقادیر اعشاری رشته‌ای و BCMath به کار می‌رود و گردش موجودی و outbox اتمیک ثبت می‌شوند. این اسلاید ادعای آماده‌بودن برای تولید، تأیید حقوقی یا قابلیت پرداخت ندارد.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ستون امروز قابلیت‌های موجود را فهرست می‌کند. ستون گام بعدی نقشهٔ توسعه است و تعهد زمان‌بندی، بودجه یا ادعای پیاده‌سازی ایجاد نمی‌کند. مذاکرهٔ تجاری نسخه‌دار، سفارش و قرارداد، سند خصوصی، حمل، پرداخت و تأیید صادرات هنوز کامل نیستند.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پایان ارائه با پیشنهاد دموی زندهٔ محصول. گردش قابل نمایش: معرفی محصول، بررسی سازمان و آگهی، جست‌وجو و رزرو موقت. طبق درخواست کاربر، مبلغ جذب سرمایه، اعضای تیم، درآمد، مشتری واقعی و اندازهٔ بازار در این نسخه نیامده‌اند. AgriTrade یک پلتفرم مستقل است و وابستگی رسمی به گروه بریکس ادعا نمی‌کند.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5dc8d378548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88603065446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d15c850524b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22b429f2e42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88a510fc54a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efea9c0994e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87B761-73EE-48B6-88AA-77785D29B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8C77C1-3D26-4CB6-B21E-CC2869B702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E7E3B5-A28D-4818-9700-B579500CA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5F990C-AE50-4830-AF3C-C1F940DB5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AE803A-4E02-4244-A412-E074732C0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DB5D1B-3548-47E8-9256-ACB26CF16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A9840A-B1E4-4F05-A79A-55FDC0D578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FDEE81-33ED-4C14-889E-45188C1B6D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78429A-A55A-460C-A7BD-9FF56BDC0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114508-5041-4D4D-A80A-6032A5AC9A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e81f97bb08429c" /><Relationship Type="http://schemas.openxmlformats.org/officeDocument/2006/relationships/slideLayout" Target="/ppt/slideLayouts/slideLayout1.xml" Id="Rd395fc24a50b4b3d" /><Relationship Type="http://schemas.openxmlformats.org/officeDocument/2006/relationships/slideLayout" Target="/ppt/slideLayouts/slideLayout2.xml" Id="R3614a613d3524f64" /><Relationship Type="http://schemas.openxmlformats.org/officeDocument/2006/relationships/slideLayout" Target="/ppt/slideLayouts/slideLayout3.xml" Id="Rc3ba9689ac2847e0" /><Relationship Type="http://schemas.openxmlformats.org/officeDocument/2006/relationships/slideLayout" Target="/ppt/slideLayouts/slideLayout4.xml" Id="R4963cd198ea141a1" /><Relationship Type="http://schemas.openxmlformats.org/officeDocument/2006/relationships/slideLayout" Target="/ppt/slideLayouts/slideLayout5.xml" Id="R183562aa5ab648d8" /><Relationship Type="http://schemas.openxmlformats.org/officeDocument/2006/relationships/slideLayout" Target="/ppt/slideLayouts/slideLayout6.xml" Id="R229996c92dbd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95fc24a50b4b3d"/>
    <p:sldLayoutId xmlns:r="http://schemas.openxmlformats.org/officeDocument/2006/relationships" id="2147483650" r:id="R3614a613d3524f64"/>
    <p:sldLayoutId xmlns:r="http://schemas.openxmlformats.org/officeDocument/2006/relationships" id="2147483651" r:id="Rc3ba9689ac2847e0"/>
    <p:sldLayoutId xmlns:r="http://schemas.openxmlformats.org/officeDocument/2006/relationships" id="2147483652" r:id="R4963cd198ea141a1"/>
    <p:sldLayoutId xmlns:r="http://schemas.openxmlformats.org/officeDocument/2006/relationships" id="2147483653" r:id="R183562aa5ab648d8"/>
    <p:sldLayoutId xmlns:r="http://schemas.openxmlformats.org/officeDocument/2006/relationships" id="2147483654" r:id="R229996c92dbd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fdc86d7d24d0a" /><Relationship Type="http://schemas.openxmlformats.org/officeDocument/2006/relationships/image" Target="/ppt/media/image.png" Id="Rb0999814ffd34d76" /><Relationship Type="http://schemas.openxmlformats.org/officeDocument/2006/relationships/notesSlide" Target="/ppt/notesSlides/notesSlide1.xml" Id="Rc1cebe5a0cac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ed43d25a344f8" /><Relationship Type="http://schemas.openxmlformats.org/officeDocument/2006/relationships/image" Target="/ppt/media/image2.png" Id="R6c50290d2cdb4cc3" /><Relationship Type="http://schemas.openxmlformats.org/officeDocument/2006/relationships/notesSlide" Target="/ppt/notesSlides/notesSlide2.xml" Id="R1c836a73f13548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17647c0ba4aa5" /><Relationship Type="http://schemas.openxmlformats.org/officeDocument/2006/relationships/notesSlide" Target="/ppt/notesSlides/notesSlide3.xml" Id="Ra4dc63abc66747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3b26af6ff469a" /><Relationship Type="http://schemas.openxmlformats.org/officeDocument/2006/relationships/notesSlide" Target="/ppt/notesSlides/notesSlide4.xml" Id="R60d8bbace84a4e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bbf1089df43fe" /><Relationship Type="http://schemas.openxmlformats.org/officeDocument/2006/relationships/image" Target="/ppt/media/image3.png" Id="R6ef4a8b0bcf34e89" /><Relationship Type="http://schemas.openxmlformats.org/officeDocument/2006/relationships/notesSlide" Target="/ppt/notesSlides/notesSlide5.xml" Id="R3a649aacd4084a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42dcd81c64ef1" /><Relationship Type="http://schemas.openxmlformats.org/officeDocument/2006/relationships/image" Target="/ppt/media/image4.png" Id="Rb4a999ee50e24112" /><Relationship Type="http://schemas.openxmlformats.org/officeDocument/2006/relationships/notesSlide" Target="/ppt/notesSlides/notesSlide6.xml" Id="Ra2ca7466e25244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7ad31cc974d75" /><Relationship Type="http://schemas.openxmlformats.org/officeDocument/2006/relationships/image" Target="/ppt/media/image5.png" Id="Rf334978c149a4015" /><Relationship Type="http://schemas.openxmlformats.org/officeDocument/2006/relationships/notesSlide" Target="/ppt/notesSlides/notesSlide7.xml" Id="Rf280594c70b0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bc35bfc9f4d45" /><Relationship Type="http://schemas.openxmlformats.org/officeDocument/2006/relationships/image" Target="/ppt/media/image6.png" Id="R9058ea3051cb4635" /><Relationship Type="http://schemas.openxmlformats.org/officeDocument/2006/relationships/notesSlide" Target="/ppt/notesSlides/notesSlide8.xml" Id="R224229622dd746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8251e63994472" /><Relationship Type="http://schemas.openxmlformats.org/officeDocument/2006/relationships/image" Target="/ppt/media/image7.png" Id="R21cdd095fabd4e8d" /><Relationship Type="http://schemas.openxmlformats.org/officeDocument/2006/relationships/notesSlide" Target="/ppt/notesSlides/notesSlide9.xml" Id="Rcf34342c10c840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d16d987c64b72" /><Relationship Type="http://schemas.openxmlformats.org/officeDocument/2006/relationships/image" Target="/ppt/media/image8.png" Id="R1a7459822aa2426f" /><Relationship Type="http://schemas.openxmlformats.org/officeDocument/2006/relationships/notesSlide" Target="/ppt/notesSlides/notesSlide10.xml" Id="R63ed25754e284c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20a136a1649ed" /><Relationship Type="http://schemas.openxmlformats.org/officeDocument/2006/relationships/image" Target="/ppt/media/image9.png" Id="R4b1d6f8c94174af5" /><Relationship Type="http://schemas.openxmlformats.org/officeDocument/2006/relationships/notesSlide" Target="/ppt/notesSlides/notesSlide11.xml" Id="R70e567a664374d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aff99fbf84cfe" /><Relationship Type="http://schemas.openxmlformats.org/officeDocument/2006/relationships/notesSlide" Target="/ppt/notesSlides/notesSlide12.xml" Id="R68ef034218494d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1e7a386ca4337" /><Relationship Type="http://schemas.openxmlformats.org/officeDocument/2006/relationships/image" Target="/ppt/media/image10.png" Id="R029ed2252f6546e1" /><Relationship Type="http://schemas.openxmlformats.org/officeDocument/2006/relationships/image" Target="/ppt/media/image11.png" Id="R67b0e7d53dd24d75" /><Relationship Type="http://schemas.openxmlformats.org/officeDocument/2006/relationships/notesSlide" Target="/ppt/notesSlides/notesSlide13.xml" Id="Rbe355601a4a64f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5c18ebfd04513" /><Relationship Type="http://schemas.openxmlformats.org/officeDocument/2006/relationships/notesSlide" Target="/ppt/notesSlides/notesSlide14.xml" Id="R82a5299430a842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5df4f21a340b3" /><Relationship Type="http://schemas.openxmlformats.org/officeDocument/2006/relationships/notesSlide" Target="/ppt/notesSlides/notesSlide15.xml" Id="R4eae2fee91c745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0fa3fe0704079" /><Relationship Type="http://schemas.openxmlformats.org/officeDocument/2006/relationships/notesSlide" Target="/ppt/notesSlides/notesSlide16.xml" Id="R1d5c796f8a474c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BCEA8990-5585-4640-8A88-3372A4E3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DB299D19-783D-4E72-B1E0-059E31B2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ECB9D-F5A5-42F4-A471-D1AC8151EE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99814ffd34d76"/>
          <a:srcRect xmlns:a="http://schemas.openxmlformats.org/drawingml/2006/main" l="0" t="3532" r="0" b="3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6043474-CC5E-460A-93CC-D8456DA5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905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معرفی محصول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57A344-C8F8-4B49-968C-44DAA9F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6825" b="1">
                <a:solidFill>
                  <a:srgbClr val="F5F3E9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38C1C1-D9A7-4832-B395-45E0C183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42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از مزرعه</a:t>
            </a:r>
          </a:p>
          <a:p xmlns:a="http://schemas.openxmlformats.org/drawingml/2006/main">
            <a:pPr algn="r" rtl="1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42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تا فرصت تجاری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49DF8C8-46D5-4527-B1F1-10F89854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فضای کاری کشاورزان و تجار</a:t>
            </a:r>
          </a:p>
        </p:txBody>
      </p:sp>
    </p:spTree>
    <p:extLst>
      <p:ext uri="{BB962C8B-B14F-4D97-AF65-F5344CB8AC3E}">
        <p14:creationId xmlns:p14="http://schemas.microsoft.com/office/powerpoint/2010/main" val="375218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5E159D34-2296-499E-9D87-275B7D93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B07BF4DE-EA3A-4CA0-8253-09F94A00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37C6B-78A9-45B9-9B48-9962E364C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0290d2cdb4c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F05335-0888-418D-AD1D-9CA6A33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52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عرضه و تأمین</a:t>
            </a:r>
          </a:p>
          <a:p xmlns:a="http://schemas.openxmlformats.org/drawingml/2006/main">
            <a:pPr algn="r" rtl="1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52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در یک فضای مشترک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2C001E-F16A-4818-B435-EAC59132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05275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E0E5D4"/>
                </a:solidFill>
                <a:latin typeface="Tahoma"/>
                <a:ea typeface="Tahoma"/>
                <a:cs typeface="Tahoma"/>
              </a:rPr>
              <a:t>مشخصات محصول، موجودی</a:t>
            </a:r>
          </a:p>
          <a:p xmlns:a="http://schemas.openxmlformats.org/drawingml/2006/main">
            <a:pPr algn="r" rtl="1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E0E5D4"/>
                </a:solidFill>
                <a:latin typeface="Tahoma"/>
                <a:ea typeface="Tahoma"/>
                <a:cs typeface="Tahoma"/>
              </a:rPr>
              <a:t>و ارتباط با مشتری در کنار هم</a:t>
            </a:r>
          </a:p>
        </p:txBody>
      </p:sp>
    </p:spTree>
    <p:extLst>
      <p:ext uri="{BB962C8B-B14F-4D97-AF65-F5344CB8AC3E}">
        <p14:creationId xmlns:p14="http://schemas.microsoft.com/office/powerpoint/2010/main" val="1979169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B8FFF9AA-8C4B-4472-9D92-1BC9A260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280CDD9C-862A-4C33-922C-26113ED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691AB3-501A-4CA0-A623-45E61B1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دو نقش، یک محصول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50BCF8B-D1C4-4BF4-9D6B-ECB651AD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49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کشاورز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3CD036-799D-47C7-9557-A0946562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810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معرفی محصول و شرایط عرضه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مدیریت موجودی و برداشت‌ها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پیگیری درخواست‌های رزرو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EC9395-4D48-4973-A937-2C934C0F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0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pPr>
            <a:r>
              <a:rPr sz="4950" b="1" lang="fa-IR">
                <a:solidFill>
                  <a:srgbClr val="719151"/>
                </a:solidFill>
                <a:latin typeface="Tahoma"/>
                <a:ea typeface="Tahoma"/>
                <a:cs typeface="Tahoma"/>
              </a:rPr>
              <a:t>تاجر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005D20-0D95-4C5A-B550-5944943A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05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جست‌وجوی عرضه‌های منتشرشده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رزرو موقت مقدار موردنیاز</a:t>
            </a:r>
          </a:p>
          <a:p xmlns:a="http://schemas.openxmlformats.org/drawingml/2006/main"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مدیریت مشتری و فرصت تجاری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EACF1F-D741-4E74-8F66-145A94A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86425"/>
            <a:ext cx="966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فضای کاری هر سازمان، متناسب با نقش و عضویت کاربر</a:t>
            </a:r>
          </a:p>
        </p:txBody>
      </p:sp>
    </p:spTree>
    <p:extLst>
      <p:ext uri="{BB962C8B-B14F-4D97-AF65-F5344CB8AC3E}">
        <p14:creationId xmlns:p14="http://schemas.microsoft.com/office/powerpoint/2010/main" val="9069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9F697D08-90A1-417D-9468-52E06BA1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D6DB63B-0669-470A-AC95-750E7E0E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755343-22DF-4E70-B329-08E16D5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مسیر محصول از معرفی تا رزرو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F4BA94-B51B-4F65-8A1B-54035FC5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74EC20-F4E2-4EB4-91F9-96A3BE4C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پروفایل حقوقی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12FB5F-C4C2-46D2-9613-3E7C7D2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اطلاعات سازمان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برای بررسی مدیر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DC4E6A-9243-454A-96DB-565FEAC2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AD7AD3-ACE4-44F8-8938-9F2F7C7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ثبت محصول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AA1F6F5-AF20-448C-B1A9-93157D33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مشخصات محصول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و شرایط عرضه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1E27C1D-A1BA-4353-BDB1-D26CA2F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B1C4273-F8D0-4E28-A313-A44A9905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بررسی و انتشار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F3DD50-76B4-4176-A73F-AE37C8F6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تأیید تأمین‌کننده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و بررسی آگهی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91007B9-D1C6-4A97-B62E-E3997A36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58289D1-E360-4739-A639-BA0CF67B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رزرو موقت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34B1A5-D15B-4059-8213-C039482C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انتخاب مقدار</a:t>
            </a:r>
          </a:p>
          <a:p xmlns:a="http://schemas.openxmlformats.org/drawingml/2006/main"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D0DDC5"/>
                </a:solidFill>
                <a:latin typeface="Tahoma"/>
                <a:ea typeface="Tahoma"/>
                <a:cs typeface="Tahoma"/>
              </a:rPr>
              <a:t>از موجودی آزاد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AC3458A-0072-46D3-8593-4968A37D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995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رزرو در نسخهٔ فعلی، نگهداشت موقت موجودی است</a:t>
            </a:r>
          </a:p>
        </p:txBody>
      </p:sp>
    </p:spTree>
    <p:extLst>
      <p:ext uri="{BB962C8B-B14F-4D97-AF65-F5344CB8AC3E}">
        <p14:creationId xmlns:p14="http://schemas.microsoft.com/office/powerpoint/2010/main" val="992730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E3A0D6C5-9E91-4BED-9B1D-704C1C4B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FABD23DF-4F3E-4C98-9C31-04687FE9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CD05110C-5C80-467C-8D24-D92A8E9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8253B3-DB6A-4ADA-8CA4-556F3C1B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پنل کشاورز، نمای روشن عملیات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80FC1-DA51-48FA-BA83-EDC6737C15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4a8b0bcf34e89"/>
          <a:stretch xmlns:a="http://schemas.openxmlformats.org/drawingml/2006/main"/>
        </p:blipFill>
        <p:spPr>
          <a:xfrm xmlns:a="http://schemas.openxmlformats.org/drawingml/2006/main">
            <a:off x="723900" y="1524000"/>
            <a:ext cx="7696200" cy="481012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48C3FF-2AA4-4A17-A7CB-50AF3BDD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764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محصولات و موجودی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C2C257-530D-4981-9E46-23C13892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47925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نمای کلی عرضه‌ها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موجودی آزاد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BCF424-B1B4-4C04-87F2-03CA6D44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433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پیگیری فعالیت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FDBD2DE-F85D-4E26-A3F0-94AF159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14875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وضعیت آگهی‌ها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درخواست‌های ورودی</a:t>
            </a:r>
          </a:p>
        </p:txBody>
      </p:sp>
    </p:spTree>
    <p:extLst>
      <p:ext uri="{BB962C8B-B14F-4D97-AF65-F5344CB8AC3E}">
        <p14:creationId xmlns:p14="http://schemas.microsoft.com/office/powerpoint/2010/main" val="1171361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AE62FCD1-8EAB-42AB-BD68-9D6E351B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2F7660D-750F-4714-9D58-3735058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59CF7F35-4F19-435E-A694-E3C9945A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8003D5-7B58-4DBF-88ED-F3B30713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ثبت محصول، مرحله‌به‌مرحله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4F059-3252-405C-A329-52EF2489EF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999ee50e24112"/>
          <a:stretch xmlns:a="http://schemas.openxmlformats.org/drawingml/2006/main"/>
        </p:blipFill>
        <p:spPr>
          <a:xfrm xmlns:a="http://schemas.openxmlformats.org/drawingml/2006/main">
            <a:off x="661085" y="1409700"/>
            <a:ext cx="6583579" cy="4981575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91F1B1-E9F1-488C-B153-2BB42EA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270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جزئیات عرضه</a:t>
            </a:r>
          </a:p>
          <a:p xmlns:a="http://schemas.openxmlformats.org/drawingml/2006/main">
            <a:pPr algn="r" rtl="1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270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پیش از انتشار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60BF8E-9750-43C1-9C6F-81434B8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00425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کیفیت و مبدأ محصول</a:t>
            </a:r>
          </a:p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مقدار و حداقل سفارش</a:t>
            </a:r>
          </a:p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بسته‌بندی و شرایط عرضه</a:t>
            </a:r>
          </a:p>
          <a:p xmlns:a="http://schemas.openxmlformats.org/drawingml/2006/main"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ذخیرهٔ پیش‌نویس</a:t>
            </a:r>
          </a:p>
        </p:txBody>
      </p:sp>
    </p:spTree>
    <p:extLst>
      <p:ext uri="{BB962C8B-B14F-4D97-AF65-F5344CB8AC3E}">
        <p14:creationId xmlns:p14="http://schemas.microsoft.com/office/powerpoint/2010/main" val="1145915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E38A1B05-0345-4CF9-B11F-B715812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F704523-EB12-49BC-8791-D04FB89D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853D0E21-3413-4865-B6E0-89BCCDEF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8062BA-8712-46B8-AC0C-1056CF1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موجودی با تفکیک قابل پیگیری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6FDDFB-4585-44C8-9816-AEB8AA5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9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آزاد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5CDDA9-617A-4A27-A479-60025D34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pPr>
            <a:r>
              <a:rPr sz="2925" b="1" lang="fa-IR">
                <a:solidFill>
                  <a:srgbClr val="819C59"/>
                </a:solidFill>
                <a:latin typeface="Tahoma"/>
                <a:ea typeface="Tahoma"/>
                <a:cs typeface="Tahoma"/>
              </a:rPr>
              <a:t>رزروشده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328965-2010-4DD2-8DFD-21948592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925" b="1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تخصیص‌یافته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96BB0-810A-46B4-AD29-8BE591D95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4978c149a4015"/>
          <a:stretch xmlns:a="http://schemas.openxmlformats.org/drawingml/2006/main"/>
        </p:blipFill>
        <p:spPr>
          <a:xfrm xmlns:a="http://schemas.openxmlformats.org/drawingml/2006/main">
            <a:off x="2942167" y="2543175"/>
            <a:ext cx="6307667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89F07C2-FBCF-4500-9287-8D94E01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959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نمایش وضعیت موجودی و دسترسی به سوابق گردش</a:t>
            </a:r>
          </a:p>
        </p:txBody>
      </p:sp>
    </p:spTree>
    <p:extLst>
      <p:ext uri="{BB962C8B-B14F-4D97-AF65-F5344CB8AC3E}">
        <p14:creationId xmlns:p14="http://schemas.microsoft.com/office/powerpoint/2010/main" val="1926460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805ACA54-D26B-44AB-B78E-B169E182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612A5D6D-B8C2-4DDE-BDFA-8FA0B5CD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6FAE459B-5ACD-4C1E-8ED7-61B3B8AC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4C687-799F-46B5-8AA0-319C627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کشف عرضه‌های بررسی‌شده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B7295-4847-495B-A257-4869572C18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8ea3051cb4635"/>
          <a:stretch xmlns:a="http://schemas.openxmlformats.org/drawingml/2006/main"/>
        </p:blipFill>
        <p:spPr>
          <a:xfrm xmlns:a="http://schemas.openxmlformats.org/drawingml/2006/main">
            <a:off x="1090934" y="1476375"/>
            <a:ext cx="7105006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CAC57A-0910-41F3-9647-435AA4AB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جست‌وجو و فیلتر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26D7AA-D933-499D-9CA3-06B37A5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انتخاب محصول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براساس نیاز خریدار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B29C9D-33B8-4B32-A242-E5750680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جزئیات عرضه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B864B6-BCCE-4D0F-BBDC-262B065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7200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مشاهدهٔ تأمین‌کننده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موجودی و حداقل سفارش</a:t>
            </a:r>
          </a:p>
        </p:txBody>
      </p:sp>
    </p:spTree>
    <p:extLst>
      <p:ext uri="{BB962C8B-B14F-4D97-AF65-F5344CB8AC3E}">
        <p14:creationId xmlns:p14="http://schemas.microsoft.com/office/powerpoint/2010/main" val="116288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A3EACAE2-7074-49CB-844E-B891B4F6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420FB8C-E436-40F1-9750-9FFD602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B1F2B641-45C8-475B-A2D6-C3A682AD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A64291-B904-49C3-BA33-B9A422A0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رزرو موقت برای بررسی بیشتر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A8C59-264C-4C9A-982B-F9FDB054A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dd095fabd4e8d"/>
          <a:stretch xmlns:a="http://schemas.openxmlformats.org/drawingml/2006/main"/>
        </p:blipFill>
        <p:spPr>
          <a:xfrm xmlns:a="http://schemas.openxmlformats.org/drawingml/2006/main">
            <a:off x="1396946" y="1619250"/>
            <a:ext cx="5683358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6EBC34-8AA7-4889-BF3C-12FE1EB5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975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۳۰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8FE386-CAC8-4FB0-814B-960D60FF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225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دقیقه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17BD48-694A-4A58-BC43-37C36D9A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00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انتخاب مقدار مشخص</a:t>
            </a:r>
          </a:p>
          <a:p xmlns:a="http://schemas.openxmlformats.org/drawingml/2006/main">
            <a:pPr algn="r" rtl="1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00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از موجودی آزاد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C5C7901-0F9F-4E50-A06B-0A07261A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976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رزرو به معنی خرید، پرداخت یا انتقال مالکیت نیست</a:t>
            </a:r>
          </a:p>
        </p:txBody>
      </p:sp>
    </p:spTree>
    <p:extLst>
      <p:ext uri="{BB962C8B-B14F-4D97-AF65-F5344CB8AC3E}">
        <p14:creationId xmlns:p14="http://schemas.microsoft.com/office/powerpoint/2010/main" val="1546049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970B9195-BAF8-4145-B094-2E114EB8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DC656E7-2AC1-4073-B409-765F15D2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9CE72E2E-2C47-4785-A9A7-4DB5D49B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81EE91-EFAD-466F-AADC-E862F7C5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مشتری و فرصت، در یک مسیر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8697B9-1DB9-4749-ADB4-ABCA0D15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950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مشتریان سازمان و پیگیری اقدام بعدی هر فرصت تجاری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EAEEB-1F5C-40BF-9B43-650304BEF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459822aa2426f"/>
          <a:stretch xmlns:a="http://schemas.openxmlformats.org/drawingml/2006/main"/>
        </p:blipFill>
        <p:spPr>
          <a:xfrm xmlns:a="http://schemas.openxmlformats.org/drawingml/2006/main">
            <a:off x="1807288" y="2095500"/>
            <a:ext cx="8577423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A0F9CA-2D58-43B2-ADBD-4D4E197A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1014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مرحله‌های فرصت تجاری، وضعیت قرارداد یا خرید نیستند</a:t>
            </a:r>
          </a:p>
        </p:txBody>
      </p:sp>
    </p:spTree>
    <p:extLst>
      <p:ext uri="{BB962C8B-B14F-4D97-AF65-F5344CB8AC3E}">
        <p14:creationId xmlns:p14="http://schemas.microsoft.com/office/powerpoint/2010/main" val="1480991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28C75621-3DA4-4E6F-A11F-D76C728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E1059A24-4984-4F5E-ACC4-092C88D3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026ABC55-7B51-4548-9BB5-2370D3C8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05C259-489E-4233-8348-D7274493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اعتماد با بررسی سازمان و آگهی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7526C-4D50-4C87-89AE-3558381F53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d6f8c94174af5"/>
          <a:stretch xmlns:a="http://schemas.openxmlformats.org/drawingml/2006/main"/>
        </p:blipFill>
        <p:spPr>
          <a:xfrm xmlns:a="http://schemas.openxmlformats.org/drawingml/2006/main">
            <a:off x="942975" y="1571625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98CD26-13E7-440E-95AF-10190FE0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احراز سازمان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14AF56-16FA-403F-A1E8-BD57A98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دلیل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و شواهد بررسی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197AFB-D9C6-4D77-9CFC-79C0904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290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25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انتشار محصول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CF31ED-BC6E-47E1-9294-45DCE4C0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0057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بررسی آگهی</a:t>
            </a:r>
          </a:p>
          <a:p xmlns:a="http://schemas.openxmlformats.org/drawingml/2006/main"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8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توسط مدیر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443939-1A8D-4CD5-A818-3E3C24BF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483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57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شواهد فعلی به‌صورت ارجاع متنی ثبت می‌شوند</a:t>
            </a:r>
          </a:p>
        </p:txBody>
      </p:sp>
    </p:spTree>
    <p:extLst>
      <p:ext uri="{BB962C8B-B14F-4D97-AF65-F5344CB8AC3E}">
        <p14:creationId xmlns:p14="http://schemas.microsoft.com/office/powerpoint/2010/main" val="845285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1AF6C6F3-0752-4E7E-8E33-6E795B2A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8A4DE7C1-80D8-4154-BD84-34EC92B8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85EEA9-C06F-4BFF-A406-7A3423B8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رابط چندزبانه برای ارتباط گسترده‌تر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B67B22-50DA-4E14-8182-EEF6B547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000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575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۱۰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167B58-7E38-4F27-BAC9-AB34BEF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850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زبان فعال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55F98F-6A82-484B-858F-115EAD99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28800"/>
            <a:ext cx="276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فارسی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انگلیسی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پرتغالی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روسی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چینی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4517CD-8161-4EA7-90FB-785290A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261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هندی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عربی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امهری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اندونزیایی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زولو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66E559-51B6-4B5E-B819-63B8A825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62600"/>
            <a:ext cx="776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لندینگ و خطاها در هر ۱۰ زبان ترجمه 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1709528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027D7012-F376-4B4F-9BD8-F9F09E86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16F25C09-7E0A-483F-83DE-059ACB18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3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C4372C1C-A10B-438D-8079-390AC571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67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sz="1125" b="0" lang="fa-IR">
                <a:solidFill>
                  <a:srgbClr val="C3CFBA"/>
                </a:solidFill>
                <a:latin typeface="Tahoma"/>
                <a:ea typeface="Tahoma"/>
                <a:cs typeface="Tahoma"/>
              </a:rPr>
              <a:t>تصویر محصول با دادهٔ نمایشی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435420-8D09-4D9A-B15A-17EAF74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یک محصول، چند شیوهٔ استفاده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0CB74-30AD-45DA-B2B6-F8CB87BEA4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ed2252f6546e1"/>
          <a:stretch xmlns:a="http://schemas.openxmlformats.org/drawingml/2006/main"/>
        </p:blipFill>
        <p:spPr>
          <a:xfrm xmlns:a="http://schemas.openxmlformats.org/drawingml/2006/main">
            <a:off x="847725" y="1571625"/>
            <a:ext cx="7543800" cy="47148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A3B4A-D26D-4947-BE4C-5D9D9B13A2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0e7d53dd24d75"/>
          <a:stretch xmlns:a="http://schemas.openxmlformats.org/drawingml/2006/main"/>
        </p:blipFill>
        <p:spPr>
          <a:xfrm xmlns:a="http://schemas.openxmlformats.org/drawingml/2006/main">
            <a:off x="9429750" y="1382346"/>
            <a:ext cx="2190750" cy="4741008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FA5D02-3308-4613-A517-6C7A3D6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340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دسکتاپ با حالت تاریک</a:t>
            </a:r>
          </a:p>
        </p:txBody>
      </p:sp>
    </p:spTree>
    <p:extLst>
      <p:ext uri="{BB962C8B-B14F-4D97-AF65-F5344CB8AC3E}">
        <p14:creationId xmlns:p14="http://schemas.microsoft.com/office/powerpoint/2010/main" val="15771007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A0E3843F-C429-4385-93E0-951D50B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999962DA-2237-448D-AE81-CAB2C08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B451C9-E2AC-4E08-B221-2A11335E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کنترل از مرز سازمان تا موجودی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80B3AF-DE98-4061-8668-A7B3E9CC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دسترسی سازمانی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ABC5B2-2E81-441A-AB6B-99F93DA9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اطلاعات خصوصی براساس عضویت و نقش کاربر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0A57C1-A5FF-4D70-84C3-99BD087F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گردش موجودی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52051D-E220-4628-9F71-15D01AA6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ثبت تغییرات موجودی در کنار عملیات مربوط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7B4A18-622F-4546-8AAE-2A13DD92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رزرو زمان‌دار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60E7DC-2D28-44EC-834A-CC6D008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انقضا و آزادسازی رزروهای موقت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2F934B-3280-4418-9BD6-7FB7C2D6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sz="2325" b="1" lang="fa-IR">
                <a:solidFill>
                  <a:srgbClr val="193B2D"/>
                </a:solidFill>
                <a:latin typeface="Tahoma"/>
                <a:ea typeface="Tahoma"/>
                <a:cs typeface="Tahoma"/>
              </a:rPr>
              <a:t>دقت مقدار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CD40D2-05F6-4B37-9495-A273E42C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6B786B"/>
                </a:solidFill>
                <a:latin typeface="Tahoma"/>
                <a:ea typeface="Tahoma"/>
                <a:cs typeface="Tahoma"/>
              </a:rPr>
              <a:t>نگهداری مقدار وزن با دقت اعشاری</a:t>
            </a:r>
          </a:p>
        </p:txBody>
      </p:sp>
    </p:spTree>
    <p:extLst>
      <p:ext uri="{BB962C8B-B14F-4D97-AF65-F5344CB8AC3E}">
        <p14:creationId xmlns:p14="http://schemas.microsoft.com/office/powerpoint/2010/main" val="383106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AEFFACBE-24C1-476D-8448-69C7A844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E31DEF0-BDC5-428E-AD88-2D337C9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385299-A487-46E8-AFE1-B9933C87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1144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دامنهٔ فعلی و مسیر توسعه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665F09-0098-4EB8-B4FF-76408931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B6CA86"/>
                </a:solidFill>
                <a:latin typeface="Tahoma"/>
                <a:ea typeface="Tahoma"/>
                <a:cs typeface="Tahoma"/>
              </a:rPr>
              <a:t>امروز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203ED7-12B2-40C5-9B2A-B86CE533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810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عرضه و بررسی محصول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موجودی و رزرو موقت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بازار و مدیریت مشتری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لندینگ چندزبانه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BFAB9F-F9CC-4803-B9DF-49F477A0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3300" b="1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گام‌های بعدی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EA381E-EC7B-48CB-8A85-457CF3B5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4857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مذاکره و نسخه‌های قیمت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سفارش و قرارداد معتبر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اسناد خصوصی و حمل</a:t>
            </a:r>
          </a:p>
          <a:p xmlns:a="http://schemas.openxmlformats.org/drawingml/2006/main"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2175" b="0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پرداخت و الزامات صادرات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4AD813-37CA-47FB-99F4-C713D19A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800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قابلیت‌های ستون آینده هنوز ارائه نشده‌اند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7698764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26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-footer">
            <a:extLst xmlns:a="http://schemas.openxmlformats.org/drawingml/2006/main">
              <a:ext uri="{FF2B5EF4-FFF2-40B4-BE49-F238E27FC236}">
                <a16:creationId xmlns:a16="http://schemas.microsoft.com/office/drawing/2014/main" id="{8EF14055-88BD-4388-B9F1-390125B9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2" name="page-footer">
            <a:extLst xmlns:a="http://schemas.openxmlformats.org/drawingml/2006/main">
              <a:ext uri="{FF2B5EF4-FFF2-40B4-BE49-F238E27FC236}">
                <a16:creationId xmlns:a16="http://schemas.microsoft.com/office/drawing/2014/main" id="{41EBC0F5-3D93-46D7-9AE7-96460FBE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3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B651C589-385F-4DCB-914E-E9433933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90625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7650" b="1">
                <a:solidFill>
                  <a:srgbClr val="B6CA86"/>
                </a:solidFill>
                <a:latin typeface="Tahoma"/>
                <a:ea typeface="Tahoma"/>
                <a:cs typeface="Tahoma"/>
              </a:rPr>
              <a:t>AgriTrade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907957-D8CB-4EF5-95FE-248CC982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sz="3600" b="1" lang="fa-IR">
                <a:solidFill>
                  <a:srgbClr val="F5F3E9"/>
                </a:solidFill>
                <a:latin typeface="Tahoma"/>
                <a:ea typeface="Tahoma"/>
                <a:cs typeface="Tahoma"/>
              </a:rPr>
              <a:t>بیایید محصول را در عمل ببینیم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FC4F9A-89BE-4A53-8770-2CFA196D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defPPr>
            <a:lvl1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pPr>
            <a:r>
              <a:rPr sz="2025" b="0" lang="fa-IR">
                <a:solidFill>
                  <a:srgbClr val="D1DCC9"/>
                </a:solidFill>
                <a:latin typeface="Tahoma"/>
                <a:ea typeface="Tahoma"/>
                <a:cs typeface="Tahoma"/>
              </a:rPr>
              <a:t>ثبت محصول، بررسی، جست‌وجو و رزرو موقت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51089CF-90AA-42B3-9622-41F34653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 algn="ctr" rtl="1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sz="1725" b="0" lang="fa-IR">
                <a:solidFill>
                  <a:srgbClr val="DCC39A"/>
                </a:solidFill>
                <a:latin typeface="Tahoma"/>
                <a:ea typeface="Tahoma"/>
                <a:cs typeface="Tahoma"/>
              </a:rPr>
              <a:t>پلتفرمی مستقل با تمرکز بر تجارت کشاورزی</a:t>
            </a:r>
          </a:p>
        </p:txBody>
      </p:sp>
    </p:spTree>
    <p:extLst>
      <p:ext uri="{BB962C8B-B14F-4D97-AF65-F5344CB8AC3E}">
        <p14:creationId xmlns:p14="http://schemas.microsoft.com/office/powerpoint/2010/main" val="180780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2026-10-24T15:50:41.6850000Z</dcterms:created>
  <dcterms:modified xsi:type="dcterms:W3CDTF">2026-10-24T15:50:41.6850000Z</dcterms:modified>
</coreProperties>
</file>