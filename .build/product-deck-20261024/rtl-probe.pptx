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33ed137fea4c0f" /><Relationship Type="http://schemas.openxmlformats.org/officeDocument/2006/relationships/extended-properties" Target="/docProps/app.xml" Id="R83adc36fe46f4aa3" /><Relationship Type="http://schemas.openxmlformats.org/officeDocument/2006/relationships/officeDocument" Target="/ppt/presentation.xml" Id="R33c919ee4a0c4d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5e9756bf1149cb"/>
  </p:sldMasterIdLst>
  <p:notesMasterIdLst>
    <p:notesMasterId xmlns:r="http://schemas.openxmlformats.org/officeDocument/2006/relationships" r:id="R491a3185bddc4c96"/>
  </p:notesMasterIdLst>
  <p:sldIdLst>
    <p:sldId xmlns:r="http://schemas.openxmlformats.org/officeDocument/2006/relationships" id="256" r:id="Ra20d7a540c154e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88549b5cc245cb" /><Relationship Type="http://schemas.openxmlformats.org/officeDocument/2006/relationships/slideMaster" Target="/ppt/slideMasters/slideMaster1.xml" Id="Rc05e9756bf1149cb" /><Relationship Type="http://schemas.openxmlformats.org/officeDocument/2006/relationships/notesMaster" Target="/ppt/notesMasters/notesMaster1.xml" Id="R491a3185bddc4c96" /><Relationship Type="http://schemas.openxmlformats.org/officeDocument/2006/relationships/presProps" Target="/ppt/presProps.xml" Id="R98fe6d7bc99d4ace" /><Relationship Type="http://schemas.openxmlformats.org/officeDocument/2006/relationships/tableStyles" Target="/ppt/tableStyles.xml" Id="R020ee9029b4340ee" /><Relationship Type="http://schemas.openxmlformats.org/officeDocument/2006/relationships/slide" Target="/ppt/slides/slide1.xml" Id="Ra20d7a540c154e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2aeb6d84c248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619b8c7a5a4d89" /><Relationship Type="http://schemas.openxmlformats.org/officeDocument/2006/relationships/notesMaster" Target="/ppt/notesMasters/notesMaster1.xml" Id="R95622425acca46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3626a616e48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2e9bfa08d47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9d310a93a4f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05247da2245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0947f9fb74e7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d1e9430b947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35AD01-197C-4864-8352-2D50F543A1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6E68ED-8659-48B0-9158-D75081FC71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5D9114-06CF-4C24-90BD-B8500396E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996048-AD1F-4050-B4A6-9EF04EE9B0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7A13889-A4DD-4A27-870F-93130E041A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6C09B7-68BF-4B92-AC67-CCB8CF4F0C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C3846A-A509-42F5-95BB-BAAEFA6DD6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57B681-B1A2-4235-883B-90E4894A2C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F416FF-3483-4C29-9907-126D32F4CF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59D138-4A97-4EAE-A716-FD3305FF04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f920624bd44410" /><Relationship Type="http://schemas.openxmlformats.org/officeDocument/2006/relationships/slideLayout" Target="/ppt/slideLayouts/slideLayout1.xml" Id="R1eea23372ec44ee9" /><Relationship Type="http://schemas.openxmlformats.org/officeDocument/2006/relationships/slideLayout" Target="/ppt/slideLayouts/slideLayout2.xml" Id="Rc46e96c53bc94dbd" /><Relationship Type="http://schemas.openxmlformats.org/officeDocument/2006/relationships/slideLayout" Target="/ppt/slideLayouts/slideLayout3.xml" Id="R5d8a3e5b43f3426c" /><Relationship Type="http://schemas.openxmlformats.org/officeDocument/2006/relationships/slideLayout" Target="/ppt/slideLayouts/slideLayout4.xml" Id="R3b3484dd52fe4880" /><Relationship Type="http://schemas.openxmlformats.org/officeDocument/2006/relationships/slideLayout" Target="/ppt/slideLayouts/slideLayout5.xml" Id="Rb4446dea52f24507" /><Relationship Type="http://schemas.openxmlformats.org/officeDocument/2006/relationships/slideLayout" Target="/ppt/slideLayouts/slideLayout6.xml" Id="R5f282a26af8d40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ea23372ec44ee9"/>
    <p:sldLayoutId xmlns:r="http://schemas.openxmlformats.org/officeDocument/2006/relationships" id="2147483650" r:id="Rc46e96c53bc94dbd"/>
    <p:sldLayoutId xmlns:r="http://schemas.openxmlformats.org/officeDocument/2006/relationships" id="2147483651" r:id="R5d8a3e5b43f3426c"/>
    <p:sldLayoutId xmlns:r="http://schemas.openxmlformats.org/officeDocument/2006/relationships" id="2147483652" r:id="R3b3484dd52fe4880"/>
    <p:sldLayoutId xmlns:r="http://schemas.openxmlformats.org/officeDocument/2006/relationships" id="2147483653" r:id="Rb4446dea52f24507"/>
    <p:sldLayoutId xmlns:r="http://schemas.openxmlformats.org/officeDocument/2006/relationships" id="2147483654" r:id="R5f282a26af8d40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fb21f61d72475d" /><Relationship Type="http://schemas.openxmlformats.org/officeDocument/2006/relationships/notesSlide" Target="/ppt/notesSlides/notesSlide1.xml" Id="R280351a33c5043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2893D-8B71-43B6-B158-4081E651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  <a:lvl1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1pPr>
            <a:lvl2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2pPr>
            <a:lvl3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3pPr>
            <a:lvl4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4pPr>
            <a:lvl5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5pPr>
            <a:lvl6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6pPr>
            <a:lvl7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7pPr>
            <a:lvl8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8pPr>
            <a:lvl9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buNone/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2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از مزرعه تا فرصت تجاری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B238D-D0F7-4F4E-9361-DEA109A2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  <a:lvl1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1pPr>
            <a:lvl2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2pPr>
            <a:lvl3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3pPr>
            <a:lvl4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4pPr>
            <a:lvl5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5pPr>
            <a:lvl6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6pPr>
            <a:lvl7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7pPr>
            <a:lvl8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8pPr>
            <a:lvl9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buNone/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2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‏از مزرعه تا فرصت تجاری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2E14D-F419-4525-B757-E9213E72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  <a:lvl1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1pPr>
            <a:lvl2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2pPr>
            <a:lvl3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3pPr>
            <a:lvl4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4pPr>
            <a:lvl5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5pPr>
            <a:lvl6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6pPr>
            <a:lvl7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7pPr>
            <a:lvl8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8pPr>
            <a:lvl9pPr algn="r"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buNone/>
              <a:defRPr sz="42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2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‫از مزرعه تا فرصت تجاری‬</a:t>
            </a:r>
          </a:p>
        </p:txBody>
      </p:sp>
    </p:spTree>
    <p:extLst>
      <p:ext uri="{BB962C8B-B14F-4D97-AF65-F5344CB8AC3E}">
        <p14:creationId xmlns:p14="http://schemas.microsoft.com/office/powerpoint/2010/main" val="1158145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2026-10-24T15:45:19.8230000Z</dcterms:created>
  <dcterms:modified xsi:type="dcterms:W3CDTF">2026-10-24T15:45:19.8230000Z</dcterms:modified>
</coreProperties>
</file>